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78" r:id="rId2"/>
    <p:sldId id="298" r:id="rId3"/>
    <p:sldId id="307" r:id="rId4"/>
    <p:sldId id="338" r:id="rId5"/>
    <p:sldId id="311" r:id="rId6"/>
    <p:sldId id="312" r:id="rId7"/>
    <p:sldId id="313" r:id="rId8"/>
    <p:sldId id="314" r:id="rId9"/>
    <p:sldId id="315" r:id="rId10"/>
    <p:sldId id="316" r:id="rId11"/>
    <p:sldId id="317" r:id="rId12"/>
    <p:sldId id="318" r:id="rId13"/>
    <p:sldId id="322" r:id="rId14"/>
    <p:sldId id="334" r:id="rId15"/>
    <p:sldId id="302" r:id="rId16"/>
    <p:sldId id="303" r:id="rId17"/>
    <p:sldId id="304" r:id="rId18"/>
    <p:sldId id="305" r:id="rId19"/>
    <p:sldId id="308" r:id="rId20"/>
    <p:sldId id="339" r:id="rId21"/>
    <p:sldId id="354" r:id="rId22"/>
    <p:sldId id="319" r:id="rId23"/>
    <p:sldId id="348" r:id="rId24"/>
    <p:sldId id="351" r:id="rId25"/>
    <p:sldId id="352" r:id="rId26"/>
    <p:sldId id="353" r:id="rId27"/>
    <p:sldId id="340" r:id="rId28"/>
    <p:sldId id="342" r:id="rId29"/>
    <p:sldId id="343" r:id="rId30"/>
    <p:sldId id="344" r:id="rId31"/>
    <p:sldId id="346" r:id="rId32"/>
    <p:sldId id="341" r:id="rId33"/>
    <p:sldId id="345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E69632-C3E3-7449-B668-15B4B0F31496}" v="2873" dt="2026-09-24T02:49:53.9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63630"/>
  </p:normalViewPr>
  <p:slideViewPr>
    <p:cSldViewPr snapToGrid="0">
      <p:cViewPr varScale="1">
        <p:scale>
          <a:sx n="78" d="100"/>
          <a:sy n="78" d="100"/>
        </p:scale>
        <p:origin x="1192" y="176"/>
      </p:cViewPr>
      <p:guideLst>
        <p:guide orient="horz" pos="1536"/>
        <p:guide pos="3840"/>
      </p:guideLst>
    </p:cSldViewPr>
  </p:slideViewPr>
  <p:outlineViewPr>
    <p:cViewPr>
      <p:scale>
        <a:sx n="33" d="100"/>
        <a:sy n="33" d="100"/>
      </p:scale>
      <p:origin x="0" y="-52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ran Gao" userId="8df7ee38-d24b-4e3c-a670-b001cddd5d1c" providerId="ADAL" clId="{091D9E8B-FDD1-545F-804C-6CBF98BF4C0E}"/>
    <pc:docChg chg="undo custSel addSld delSld modSld sldOrd">
      <pc:chgData name="Boran Gao" userId="8df7ee38-d24b-4e3c-a670-b001cddd5d1c" providerId="ADAL" clId="{091D9E8B-FDD1-545F-804C-6CBF98BF4C0E}" dt="2026-09-24T02:49:53.943" v="4277" actId="1076"/>
      <pc:docMkLst>
        <pc:docMk/>
      </pc:docMkLst>
      <pc:sldChg chg="modSp mod">
        <pc:chgData name="Boran Gao" userId="8df7ee38-d24b-4e3c-a670-b001cddd5d1c" providerId="ADAL" clId="{091D9E8B-FDD1-545F-804C-6CBF98BF4C0E}" dt="2026-09-19T20:58:41.462" v="1008" actId="20577"/>
        <pc:sldMkLst>
          <pc:docMk/>
          <pc:sldMk cId="1082805692" sldId="278"/>
        </pc:sldMkLst>
        <pc:spChg chg="mod">
          <ac:chgData name="Boran Gao" userId="8df7ee38-d24b-4e3c-a670-b001cddd5d1c" providerId="ADAL" clId="{091D9E8B-FDD1-545F-804C-6CBF98BF4C0E}" dt="2026-09-19T20:58:35.133" v="1000" actId="20577"/>
          <ac:spMkLst>
            <pc:docMk/>
            <pc:sldMk cId="1082805692" sldId="278"/>
            <ac:spMk id="2" creationId="{196E1DEC-268A-416C-6A91-CA42C90FD23B}"/>
          </ac:spMkLst>
        </pc:spChg>
        <pc:spChg chg="mod">
          <ac:chgData name="Boran Gao" userId="8df7ee38-d24b-4e3c-a670-b001cddd5d1c" providerId="ADAL" clId="{091D9E8B-FDD1-545F-804C-6CBF98BF4C0E}" dt="2026-09-19T20:58:41.462" v="1008" actId="20577"/>
          <ac:spMkLst>
            <pc:docMk/>
            <pc:sldMk cId="1082805692" sldId="278"/>
            <ac:spMk id="3" creationId="{2D451645-1711-E260-8D80-C50011B46A67}"/>
          </ac:spMkLst>
        </pc:spChg>
      </pc:sldChg>
      <pc:sldChg chg="delSp modSp del mod">
        <pc:chgData name="Boran Gao" userId="8df7ee38-d24b-4e3c-a670-b001cddd5d1c" providerId="ADAL" clId="{091D9E8B-FDD1-545F-804C-6CBF98BF4C0E}" dt="2026-09-24T02:45:27.782" v="4238" actId="2696"/>
        <pc:sldMkLst>
          <pc:docMk/>
          <pc:sldMk cId="0" sldId="295"/>
        </pc:sldMkLst>
      </pc:sldChg>
      <pc:sldChg chg="addSp modSp add mod modTransition">
        <pc:chgData name="Boran Gao" userId="8df7ee38-d24b-4e3c-a670-b001cddd5d1c" providerId="ADAL" clId="{091D9E8B-FDD1-545F-804C-6CBF98BF4C0E}" dt="2026-09-22T01:35:37.502" v="2425" actId="20577"/>
        <pc:sldMkLst>
          <pc:docMk/>
          <pc:sldMk cId="0" sldId="298"/>
        </pc:sldMkLst>
        <pc:spChg chg="mod">
          <ac:chgData name="Boran Gao" userId="8df7ee38-d24b-4e3c-a670-b001cddd5d1c" providerId="ADAL" clId="{091D9E8B-FDD1-545F-804C-6CBF98BF4C0E}" dt="2026-09-20T15:10:04.430" v="1066" actId="20577"/>
          <ac:spMkLst>
            <pc:docMk/>
            <pc:sldMk cId="0" sldId="298"/>
            <ac:spMk id="125954" creationId="{F8163DAC-600C-D9E4-9E23-386D88D8F692}"/>
          </ac:spMkLst>
        </pc:spChg>
        <pc:spChg chg="mod">
          <ac:chgData name="Boran Gao" userId="8df7ee38-d24b-4e3c-a670-b001cddd5d1c" providerId="ADAL" clId="{091D9E8B-FDD1-545F-804C-6CBF98BF4C0E}" dt="2026-09-22T01:35:37.502" v="2425" actId="20577"/>
          <ac:spMkLst>
            <pc:docMk/>
            <pc:sldMk cId="0" sldId="298"/>
            <ac:spMk id="125955" creationId="{06253B9F-F61E-65E0-58A8-8B4E09F0916B}"/>
          </ac:spMkLst>
        </pc:spChg>
      </pc:sldChg>
      <pc:sldChg chg="delSp modSp mod">
        <pc:chgData name="Boran Gao" userId="8df7ee38-d24b-4e3c-a670-b001cddd5d1c" providerId="ADAL" clId="{091D9E8B-FDD1-545F-804C-6CBF98BF4C0E}" dt="2026-09-22T00:56:24.434" v="2117" actId="20577"/>
        <pc:sldMkLst>
          <pc:docMk/>
          <pc:sldMk cId="0" sldId="302"/>
        </pc:sldMkLst>
        <pc:spChg chg="mod">
          <ac:chgData name="Boran Gao" userId="8df7ee38-d24b-4e3c-a670-b001cddd5d1c" providerId="ADAL" clId="{091D9E8B-FDD1-545F-804C-6CBF98BF4C0E}" dt="2026-09-22T00:56:24.434" v="2117" actId="20577"/>
          <ac:spMkLst>
            <pc:docMk/>
            <pc:sldMk cId="0" sldId="302"/>
            <ac:spMk id="131075" creationId="{2431D304-1D1C-7004-4866-77CF5E179975}"/>
          </ac:spMkLst>
        </pc:spChg>
        <pc:picChg chg="mod">
          <ac:chgData name="Boran Gao" userId="8df7ee38-d24b-4e3c-a670-b001cddd5d1c" providerId="ADAL" clId="{091D9E8B-FDD1-545F-804C-6CBF98BF4C0E}" dt="2026-09-22T00:54:20.603" v="2108" actId="1076"/>
          <ac:picMkLst>
            <pc:docMk/>
            <pc:sldMk cId="0" sldId="302"/>
            <ac:picMk id="131081" creationId="{8C77095F-D96C-E2D0-0863-0A917E75C1B9}"/>
          </ac:picMkLst>
        </pc:picChg>
      </pc:sldChg>
      <pc:sldChg chg="delSp modSp mod">
        <pc:chgData name="Boran Gao" userId="8df7ee38-d24b-4e3c-a670-b001cddd5d1c" providerId="ADAL" clId="{091D9E8B-FDD1-545F-804C-6CBF98BF4C0E}" dt="2026-09-24T02:46:18.991" v="4258" actId="20577"/>
        <pc:sldMkLst>
          <pc:docMk/>
          <pc:sldMk cId="0" sldId="303"/>
        </pc:sldMkLst>
        <pc:spChg chg="mod">
          <ac:chgData name="Boran Gao" userId="8df7ee38-d24b-4e3c-a670-b001cddd5d1c" providerId="ADAL" clId="{091D9E8B-FDD1-545F-804C-6CBF98BF4C0E}" dt="2026-09-22T00:56:43.901" v="2118" actId="20577"/>
          <ac:spMkLst>
            <pc:docMk/>
            <pc:sldMk cId="0" sldId="303"/>
            <ac:spMk id="132098" creationId="{D8AD2D0D-BE0E-10CF-2833-952B5CF290AF}"/>
          </ac:spMkLst>
        </pc:spChg>
        <pc:spChg chg="mod">
          <ac:chgData name="Boran Gao" userId="8df7ee38-d24b-4e3c-a670-b001cddd5d1c" providerId="ADAL" clId="{091D9E8B-FDD1-545F-804C-6CBF98BF4C0E}" dt="2026-09-24T02:46:18.991" v="4258" actId="20577"/>
          <ac:spMkLst>
            <pc:docMk/>
            <pc:sldMk cId="0" sldId="303"/>
            <ac:spMk id="132099" creationId="{CC1E35C3-A150-5537-78AA-759F7B3EEE90}"/>
          </ac:spMkLst>
        </pc:spChg>
        <pc:picChg chg="mod">
          <ac:chgData name="Boran Gao" userId="8df7ee38-d24b-4e3c-a670-b001cddd5d1c" providerId="ADAL" clId="{091D9E8B-FDD1-545F-804C-6CBF98BF4C0E}" dt="2026-09-24T02:46:05.906" v="4241" actId="1076"/>
          <ac:picMkLst>
            <pc:docMk/>
            <pc:sldMk cId="0" sldId="303"/>
            <ac:picMk id="132105" creationId="{B9C9807D-28FB-B2A9-E843-9237FA54EC34}"/>
          </ac:picMkLst>
        </pc:picChg>
      </pc:sldChg>
      <pc:sldChg chg="delSp modSp mod modAnim">
        <pc:chgData name="Boran Gao" userId="8df7ee38-d24b-4e3c-a670-b001cddd5d1c" providerId="ADAL" clId="{091D9E8B-FDD1-545F-804C-6CBF98BF4C0E}" dt="2026-09-22T01:05:08.640" v="2338" actId="1076"/>
        <pc:sldMkLst>
          <pc:docMk/>
          <pc:sldMk cId="0" sldId="304"/>
        </pc:sldMkLst>
        <pc:spChg chg="mod">
          <ac:chgData name="Boran Gao" userId="8df7ee38-d24b-4e3c-a670-b001cddd5d1c" providerId="ADAL" clId="{091D9E8B-FDD1-545F-804C-6CBF98BF4C0E}" dt="2026-09-22T00:57:05.408" v="2122" actId="20577"/>
          <ac:spMkLst>
            <pc:docMk/>
            <pc:sldMk cId="0" sldId="304"/>
            <ac:spMk id="133122" creationId="{956E0C1C-4A10-E614-90AA-129B186EDE17}"/>
          </ac:spMkLst>
        </pc:spChg>
        <pc:spChg chg="mod">
          <ac:chgData name="Boran Gao" userId="8df7ee38-d24b-4e3c-a670-b001cddd5d1c" providerId="ADAL" clId="{091D9E8B-FDD1-545F-804C-6CBF98BF4C0E}" dt="2026-09-22T01:05:08.640" v="2338" actId="1076"/>
          <ac:spMkLst>
            <pc:docMk/>
            <pc:sldMk cId="0" sldId="304"/>
            <ac:spMk id="133123" creationId="{A01E2355-9B67-51A7-C432-0AF3C882F065}"/>
          </ac:spMkLst>
        </pc:spChg>
      </pc:sldChg>
      <pc:sldChg chg="delSp modSp mod modAnim">
        <pc:chgData name="Boran Gao" userId="8df7ee38-d24b-4e3c-a670-b001cddd5d1c" providerId="ADAL" clId="{091D9E8B-FDD1-545F-804C-6CBF98BF4C0E}" dt="2026-09-24T02:47:01.499" v="4265"/>
        <pc:sldMkLst>
          <pc:docMk/>
          <pc:sldMk cId="0" sldId="305"/>
        </pc:sldMkLst>
        <pc:spChg chg="mod">
          <ac:chgData name="Boran Gao" userId="8df7ee38-d24b-4e3c-a670-b001cddd5d1c" providerId="ADAL" clId="{091D9E8B-FDD1-545F-804C-6CBF98BF4C0E}" dt="2026-09-22T01:01:36.913" v="2241" actId="20577"/>
          <ac:spMkLst>
            <pc:docMk/>
            <pc:sldMk cId="0" sldId="305"/>
            <ac:spMk id="134146" creationId="{F4A69497-1426-F400-7B62-DBFF04360C0F}"/>
          </ac:spMkLst>
        </pc:spChg>
        <pc:spChg chg="mod">
          <ac:chgData name="Boran Gao" userId="8df7ee38-d24b-4e3c-a670-b001cddd5d1c" providerId="ADAL" clId="{091D9E8B-FDD1-545F-804C-6CBF98BF4C0E}" dt="2026-09-24T02:46:41.283" v="4261" actId="20577"/>
          <ac:spMkLst>
            <pc:docMk/>
            <pc:sldMk cId="0" sldId="305"/>
            <ac:spMk id="134147" creationId="{C75F7237-E16B-4EAA-E3FD-6A7D265FAC3D}"/>
          </ac:spMkLst>
        </pc:spChg>
        <pc:picChg chg="mod">
          <ac:chgData name="Boran Gao" userId="8df7ee38-d24b-4e3c-a670-b001cddd5d1c" providerId="ADAL" clId="{091D9E8B-FDD1-545F-804C-6CBF98BF4C0E}" dt="2026-09-24T02:46:47.592" v="4264" actId="1076"/>
          <ac:picMkLst>
            <pc:docMk/>
            <pc:sldMk cId="0" sldId="305"/>
            <ac:picMk id="134154" creationId="{04F0D32E-61DA-2D21-92C0-919064F6AB24}"/>
          </ac:picMkLst>
        </pc:picChg>
      </pc:sldChg>
      <pc:sldChg chg="modSp add mod ord modTransition modAnim">
        <pc:chgData name="Boran Gao" userId="8df7ee38-d24b-4e3c-a670-b001cddd5d1c" providerId="ADAL" clId="{091D9E8B-FDD1-545F-804C-6CBF98BF4C0E}" dt="2026-09-22T01:37:47.300" v="2475" actId="113"/>
        <pc:sldMkLst>
          <pc:docMk/>
          <pc:sldMk cId="0" sldId="307"/>
        </pc:sldMkLst>
        <pc:spChg chg="mod">
          <ac:chgData name="Boran Gao" userId="8df7ee38-d24b-4e3c-a670-b001cddd5d1c" providerId="ADAL" clId="{091D9E8B-FDD1-545F-804C-6CBF98BF4C0E}" dt="2026-09-22T01:35:46.464" v="2438" actId="20577"/>
          <ac:spMkLst>
            <pc:docMk/>
            <pc:sldMk cId="0" sldId="307"/>
            <ac:spMk id="135170" creationId="{89285A63-1D76-1976-E7D0-113661AEE28B}"/>
          </ac:spMkLst>
        </pc:spChg>
        <pc:spChg chg="mod">
          <ac:chgData name="Boran Gao" userId="8df7ee38-d24b-4e3c-a670-b001cddd5d1c" providerId="ADAL" clId="{091D9E8B-FDD1-545F-804C-6CBF98BF4C0E}" dt="2026-09-22T01:37:47.300" v="2475" actId="113"/>
          <ac:spMkLst>
            <pc:docMk/>
            <pc:sldMk cId="0" sldId="307"/>
            <ac:spMk id="135174" creationId="{6650F424-5BB9-E1F7-0EFD-DE9E8E87331A}"/>
          </ac:spMkLst>
        </pc:spChg>
      </pc:sldChg>
      <pc:sldChg chg="addSp modSp add del mod modTransition">
        <pc:chgData name="Boran Gao" userId="8df7ee38-d24b-4e3c-a670-b001cddd5d1c" providerId="ADAL" clId="{091D9E8B-FDD1-545F-804C-6CBF98BF4C0E}" dt="2026-09-24T02:49:53.943" v="4277" actId="1076"/>
        <pc:sldMkLst>
          <pc:docMk/>
          <pc:sldMk cId="0" sldId="308"/>
        </pc:sldMkLst>
        <pc:spChg chg="mod">
          <ac:chgData name="Boran Gao" userId="8df7ee38-d24b-4e3c-a670-b001cddd5d1c" providerId="ADAL" clId="{091D9E8B-FDD1-545F-804C-6CBF98BF4C0E}" dt="2026-09-22T01:05:17.689" v="2339"/>
          <ac:spMkLst>
            <pc:docMk/>
            <pc:sldMk cId="0" sldId="308"/>
            <ac:spMk id="139266" creationId="{66D6E3AC-A31E-1DE5-BDD0-F75A9FC52D6C}"/>
          </ac:spMkLst>
        </pc:spChg>
        <pc:spChg chg="mod">
          <ac:chgData name="Boran Gao" userId="8df7ee38-d24b-4e3c-a670-b001cddd5d1c" providerId="ADAL" clId="{091D9E8B-FDD1-545F-804C-6CBF98BF4C0E}" dt="2026-09-24T02:49:13.205" v="4269" actId="20577"/>
          <ac:spMkLst>
            <pc:docMk/>
            <pc:sldMk cId="0" sldId="308"/>
            <ac:spMk id="139267" creationId="{D549FF28-50C4-7C36-6400-55A6D1144FFE}"/>
          </ac:spMkLst>
        </pc:spChg>
        <pc:picChg chg="add mod">
          <ac:chgData name="Boran Gao" userId="8df7ee38-d24b-4e3c-a670-b001cddd5d1c" providerId="ADAL" clId="{091D9E8B-FDD1-545F-804C-6CBF98BF4C0E}" dt="2026-09-24T02:49:53.943" v="4277" actId="1076"/>
          <ac:picMkLst>
            <pc:docMk/>
            <pc:sldMk cId="0" sldId="308"/>
            <ac:picMk id="2" creationId="{41406937-3B5C-D3A8-FB16-215DA6D83309}"/>
          </ac:picMkLst>
        </pc:picChg>
      </pc:sldChg>
      <pc:sldChg chg="delSp modSp add mod modTransition">
        <pc:chgData name="Boran Gao" userId="8df7ee38-d24b-4e3c-a670-b001cddd5d1c" providerId="ADAL" clId="{091D9E8B-FDD1-545F-804C-6CBF98BF4C0E}" dt="2026-09-22T01:39:20.546" v="2476" actId="255"/>
        <pc:sldMkLst>
          <pc:docMk/>
          <pc:sldMk cId="0" sldId="311"/>
        </pc:sldMkLst>
        <pc:spChg chg="mod">
          <ac:chgData name="Boran Gao" userId="8df7ee38-d24b-4e3c-a670-b001cddd5d1c" providerId="ADAL" clId="{091D9E8B-FDD1-545F-804C-6CBF98BF4C0E}" dt="2026-09-22T01:39:20.546" v="2476" actId="255"/>
          <ac:spMkLst>
            <pc:docMk/>
            <pc:sldMk cId="0" sldId="311"/>
            <ac:spMk id="142338" creationId="{09E5DDD7-AE88-AE59-F17C-BC89C928C130}"/>
          </ac:spMkLst>
        </pc:spChg>
        <pc:spChg chg="mod">
          <ac:chgData name="Boran Gao" userId="8df7ee38-d24b-4e3c-a670-b001cddd5d1c" providerId="ADAL" clId="{091D9E8B-FDD1-545F-804C-6CBF98BF4C0E}" dt="2026-09-20T17:06:35.037" v="1452" actId="14100"/>
          <ac:spMkLst>
            <pc:docMk/>
            <pc:sldMk cId="0" sldId="311"/>
            <ac:spMk id="142339" creationId="{A934F9CD-0B45-40D5-AED9-7E96DF4DA1FE}"/>
          </ac:spMkLst>
        </pc:spChg>
        <pc:spChg chg="mod">
          <ac:chgData name="Boran Gao" userId="8df7ee38-d24b-4e3c-a670-b001cddd5d1c" providerId="ADAL" clId="{091D9E8B-FDD1-545F-804C-6CBF98BF4C0E}" dt="2026-09-20T17:11:58.353" v="1578" actId="1076"/>
          <ac:spMkLst>
            <pc:docMk/>
            <pc:sldMk cId="0" sldId="311"/>
            <ac:spMk id="142342" creationId="{91052638-B357-BE0F-FCFF-23FD66D75ECF}"/>
          </ac:spMkLst>
        </pc:spChg>
        <pc:picChg chg="mod">
          <ac:chgData name="Boran Gao" userId="8df7ee38-d24b-4e3c-a670-b001cddd5d1c" providerId="ADAL" clId="{091D9E8B-FDD1-545F-804C-6CBF98BF4C0E}" dt="2026-09-20T17:11:55.017" v="1577" actId="1076"/>
          <ac:picMkLst>
            <pc:docMk/>
            <pc:sldMk cId="0" sldId="311"/>
            <ac:picMk id="142340" creationId="{BFE72CF8-8DC5-E51F-7315-98B402C7048D}"/>
          </ac:picMkLst>
        </pc:picChg>
      </pc:sldChg>
      <pc:sldChg chg="delSp modSp add mod modTransition">
        <pc:chgData name="Boran Gao" userId="8df7ee38-d24b-4e3c-a670-b001cddd5d1c" providerId="ADAL" clId="{091D9E8B-FDD1-545F-804C-6CBF98BF4C0E}" dt="2026-09-22T01:39:24.743" v="2477" actId="255"/>
        <pc:sldMkLst>
          <pc:docMk/>
          <pc:sldMk cId="0" sldId="312"/>
        </pc:sldMkLst>
        <pc:spChg chg="mod">
          <ac:chgData name="Boran Gao" userId="8df7ee38-d24b-4e3c-a670-b001cddd5d1c" providerId="ADAL" clId="{091D9E8B-FDD1-545F-804C-6CBF98BF4C0E}" dt="2026-09-22T01:39:24.743" v="2477" actId="255"/>
          <ac:spMkLst>
            <pc:docMk/>
            <pc:sldMk cId="0" sldId="312"/>
            <ac:spMk id="143362" creationId="{980DEF9B-2180-E21B-2F12-748B7A61E8E2}"/>
          </ac:spMkLst>
        </pc:spChg>
        <pc:spChg chg="mod">
          <ac:chgData name="Boran Gao" userId="8df7ee38-d24b-4e3c-a670-b001cddd5d1c" providerId="ADAL" clId="{091D9E8B-FDD1-545F-804C-6CBF98BF4C0E}" dt="2026-09-21T01:40:32.131" v="1708" actId="20577"/>
          <ac:spMkLst>
            <pc:docMk/>
            <pc:sldMk cId="0" sldId="312"/>
            <ac:spMk id="143363" creationId="{E0612354-5EB8-9CCC-B906-AA3457B5C6B6}"/>
          </ac:spMkLst>
        </pc:spChg>
        <pc:spChg chg="mod">
          <ac:chgData name="Boran Gao" userId="8df7ee38-d24b-4e3c-a670-b001cddd5d1c" providerId="ADAL" clId="{091D9E8B-FDD1-545F-804C-6CBF98BF4C0E}" dt="2026-09-20T17:05:49.727" v="1445" actId="1076"/>
          <ac:spMkLst>
            <pc:docMk/>
            <pc:sldMk cId="0" sldId="312"/>
            <ac:spMk id="143369" creationId="{31701239-CD91-29CF-3C24-534DFD6C23E4}"/>
          </ac:spMkLst>
        </pc:spChg>
        <pc:picChg chg="mod">
          <ac:chgData name="Boran Gao" userId="8df7ee38-d24b-4e3c-a670-b001cddd5d1c" providerId="ADAL" clId="{091D9E8B-FDD1-545F-804C-6CBF98BF4C0E}" dt="2026-09-20T17:05:39.267" v="1442" actId="1076"/>
          <ac:picMkLst>
            <pc:docMk/>
            <pc:sldMk cId="0" sldId="312"/>
            <ac:picMk id="143367" creationId="{A442F2DD-DE89-84F1-B2B0-02ED52CB41DD}"/>
          </ac:picMkLst>
        </pc:picChg>
      </pc:sldChg>
      <pc:sldChg chg="delSp modSp add del mod modTransition">
        <pc:chgData name="Boran Gao" userId="8df7ee38-d24b-4e3c-a670-b001cddd5d1c" providerId="ADAL" clId="{091D9E8B-FDD1-545F-804C-6CBF98BF4C0E}" dt="2026-09-22T01:39:29.577" v="2478" actId="255"/>
        <pc:sldMkLst>
          <pc:docMk/>
          <pc:sldMk cId="0" sldId="313"/>
        </pc:sldMkLst>
        <pc:spChg chg="mod">
          <ac:chgData name="Boran Gao" userId="8df7ee38-d24b-4e3c-a670-b001cddd5d1c" providerId="ADAL" clId="{091D9E8B-FDD1-545F-804C-6CBF98BF4C0E}" dt="2026-09-22T01:39:29.577" v="2478" actId="255"/>
          <ac:spMkLst>
            <pc:docMk/>
            <pc:sldMk cId="0" sldId="313"/>
            <ac:spMk id="144386" creationId="{76BF08A6-6763-AAAA-222A-34AD59F14135}"/>
          </ac:spMkLst>
        </pc:spChg>
        <pc:spChg chg="mod">
          <ac:chgData name="Boran Gao" userId="8df7ee38-d24b-4e3c-a670-b001cddd5d1c" providerId="ADAL" clId="{091D9E8B-FDD1-545F-804C-6CBF98BF4C0E}" dt="2026-09-21T01:41:06.752" v="1726" actId="5793"/>
          <ac:spMkLst>
            <pc:docMk/>
            <pc:sldMk cId="0" sldId="313"/>
            <ac:spMk id="144387" creationId="{27DAFA2E-7E35-99F5-18C6-3E2169C10997}"/>
          </ac:spMkLst>
        </pc:spChg>
        <pc:spChg chg="mod">
          <ac:chgData name="Boran Gao" userId="8df7ee38-d24b-4e3c-a670-b001cddd5d1c" providerId="ADAL" clId="{091D9E8B-FDD1-545F-804C-6CBF98BF4C0E}" dt="2026-09-20T17:06:18.876" v="1450" actId="1076"/>
          <ac:spMkLst>
            <pc:docMk/>
            <pc:sldMk cId="0" sldId="313"/>
            <ac:spMk id="144390" creationId="{7A7E9B7F-D54C-515E-3D7F-220A26BECC9C}"/>
          </ac:spMkLst>
        </pc:spChg>
        <pc:picChg chg="mod">
          <ac:chgData name="Boran Gao" userId="8df7ee38-d24b-4e3c-a670-b001cddd5d1c" providerId="ADAL" clId="{091D9E8B-FDD1-545F-804C-6CBF98BF4C0E}" dt="2026-09-20T17:05:33.944" v="1441" actId="1076"/>
          <ac:picMkLst>
            <pc:docMk/>
            <pc:sldMk cId="0" sldId="313"/>
            <ac:picMk id="144388" creationId="{6500E3D5-4FC2-7489-9A1B-D2D5CE5CEC2F}"/>
          </ac:picMkLst>
        </pc:picChg>
      </pc:sldChg>
      <pc:sldChg chg="modSp add del mod modTransition">
        <pc:chgData name="Boran Gao" userId="8df7ee38-d24b-4e3c-a670-b001cddd5d1c" providerId="ADAL" clId="{091D9E8B-FDD1-545F-804C-6CBF98BF4C0E}" dt="2026-09-22T01:42:46.994" v="2519" actId="20577"/>
        <pc:sldMkLst>
          <pc:docMk/>
          <pc:sldMk cId="0" sldId="314"/>
        </pc:sldMkLst>
        <pc:spChg chg="mod">
          <ac:chgData name="Boran Gao" userId="8df7ee38-d24b-4e3c-a670-b001cddd5d1c" providerId="ADAL" clId="{091D9E8B-FDD1-545F-804C-6CBF98BF4C0E}" dt="2026-09-22T01:39:38.519" v="2480" actId="14100"/>
          <ac:spMkLst>
            <pc:docMk/>
            <pc:sldMk cId="0" sldId="314"/>
            <ac:spMk id="145410" creationId="{FA93A062-997D-89F1-0478-DEAF5F30BB14}"/>
          </ac:spMkLst>
        </pc:spChg>
        <pc:spChg chg="mod">
          <ac:chgData name="Boran Gao" userId="8df7ee38-d24b-4e3c-a670-b001cddd5d1c" providerId="ADAL" clId="{091D9E8B-FDD1-545F-804C-6CBF98BF4C0E}" dt="2026-09-22T01:42:46.994" v="2519" actId="20577"/>
          <ac:spMkLst>
            <pc:docMk/>
            <pc:sldMk cId="0" sldId="314"/>
            <ac:spMk id="145411" creationId="{587A8929-FCAF-B5E0-95AB-03DEA89D36B5}"/>
          </ac:spMkLst>
        </pc:spChg>
      </pc:sldChg>
      <pc:sldChg chg="delSp modSp add mod modTransition">
        <pc:chgData name="Boran Gao" userId="8df7ee38-d24b-4e3c-a670-b001cddd5d1c" providerId="ADAL" clId="{091D9E8B-FDD1-545F-804C-6CBF98BF4C0E}" dt="2026-09-22T01:40:19.122" v="2489" actId="16959"/>
        <pc:sldMkLst>
          <pc:docMk/>
          <pc:sldMk cId="0" sldId="315"/>
        </pc:sldMkLst>
        <pc:spChg chg="mod">
          <ac:chgData name="Boran Gao" userId="8df7ee38-d24b-4e3c-a670-b001cddd5d1c" providerId="ADAL" clId="{091D9E8B-FDD1-545F-804C-6CBF98BF4C0E}" dt="2026-09-22T01:39:48.407" v="2482" actId="14100"/>
          <ac:spMkLst>
            <pc:docMk/>
            <pc:sldMk cId="0" sldId="315"/>
            <ac:spMk id="146434" creationId="{140BB03A-DCC7-A780-9EB2-230E3EE212EA}"/>
          </ac:spMkLst>
        </pc:spChg>
        <pc:spChg chg="mod">
          <ac:chgData name="Boran Gao" userId="8df7ee38-d24b-4e3c-a670-b001cddd5d1c" providerId="ADAL" clId="{091D9E8B-FDD1-545F-804C-6CBF98BF4C0E}" dt="2026-09-22T01:40:19.122" v="2489" actId="16959"/>
          <ac:spMkLst>
            <pc:docMk/>
            <pc:sldMk cId="0" sldId="315"/>
            <ac:spMk id="146435" creationId="{4E0872BE-E123-DB34-8E67-CE67A6589085}"/>
          </ac:spMkLst>
        </pc:spChg>
      </pc:sldChg>
      <pc:sldChg chg="delSp modSp add mod modTransition">
        <pc:chgData name="Boran Gao" userId="8df7ee38-d24b-4e3c-a670-b001cddd5d1c" providerId="ADAL" clId="{091D9E8B-FDD1-545F-804C-6CBF98BF4C0E}" dt="2026-09-22T01:45:04.381" v="2529" actId="14100"/>
        <pc:sldMkLst>
          <pc:docMk/>
          <pc:sldMk cId="0" sldId="316"/>
        </pc:sldMkLst>
        <pc:spChg chg="mod">
          <ac:chgData name="Boran Gao" userId="8df7ee38-d24b-4e3c-a670-b001cddd5d1c" providerId="ADAL" clId="{091D9E8B-FDD1-545F-804C-6CBF98BF4C0E}" dt="2026-09-22T01:45:04.381" v="2529" actId="14100"/>
          <ac:spMkLst>
            <pc:docMk/>
            <pc:sldMk cId="0" sldId="316"/>
            <ac:spMk id="147458" creationId="{F2F2FACF-E434-B1A0-1EB7-D68B29EA1759}"/>
          </ac:spMkLst>
        </pc:spChg>
        <pc:spChg chg="mod">
          <ac:chgData name="Boran Gao" userId="8df7ee38-d24b-4e3c-a670-b001cddd5d1c" providerId="ADAL" clId="{091D9E8B-FDD1-545F-804C-6CBF98BF4C0E}" dt="2026-09-22T01:44:25.109" v="2521" actId="114"/>
          <ac:spMkLst>
            <pc:docMk/>
            <pc:sldMk cId="0" sldId="316"/>
            <ac:spMk id="147459" creationId="{71F1518B-1803-21DD-2A74-E5D3A28041E9}"/>
          </ac:spMkLst>
        </pc:spChg>
        <pc:spChg chg="mod">
          <ac:chgData name="Boran Gao" userId="8df7ee38-d24b-4e3c-a670-b001cddd5d1c" providerId="ADAL" clId="{091D9E8B-FDD1-545F-804C-6CBF98BF4C0E}" dt="2026-09-22T01:44:45.611" v="2527" actId="16959"/>
          <ac:spMkLst>
            <pc:docMk/>
            <pc:sldMk cId="0" sldId="316"/>
            <ac:spMk id="147462" creationId="{9FD7E918-53EE-E363-A606-0D57314AE3B1}"/>
          </ac:spMkLst>
        </pc:spChg>
        <pc:picChg chg="mod">
          <ac:chgData name="Boran Gao" userId="8df7ee38-d24b-4e3c-a670-b001cddd5d1c" providerId="ADAL" clId="{091D9E8B-FDD1-545F-804C-6CBF98BF4C0E}" dt="2026-09-20T17:10:53.606" v="1554" actId="1076"/>
          <ac:picMkLst>
            <pc:docMk/>
            <pc:sldMk cId="0" sldId="316"/>
            <ac:picMk id="147461" creationId="{72C5A543-3973-A403-B1BB-9A7EB950C01B}"/>
          </ac:picMkLst>
        </pc:picChg>
      </pc:sldChg>
      <pc:sldChg chg="delSp modSp add mod modTransition">
        <pc:chgData name="Boran Gao" userId="8df7ee38-d24b-4e3c-a670-b001cddd5d1c" providerId="ADAL" clId="{091D9E8B-FDD1-545F-804C-6CBF98BF4C0E}" dt="2026-09-24T02:43:17.902" v="4232" actId="20577"/>
        <pc:sldMkLst>
          <pc:docMk/>
          <pc:sldMk cId="0" sldId="317"/>
        </pc:sldMkLst>
        <pc:spChg chg="mod">
          <ac:chgData name="Boran Gao" userId="8df7ee38-d24b-4e3c-a670-b001cddd5d1c" providerId="ADAL" clId="{091D9E8B-FDD1-545F-804C-6CBF98BF4C0E}" dt="2026-09-22T01:45:08.410" v="2530" actId="255"/>
          <ac:spMkLst>
            <pc:docMk/>
            <pc:sldMk cId="0" sldId="317"/>
            <ac:spMk id="148482" creationId="{C8506995-E465-9459-73D5-3B1A594C3493}"/>
          </ac:spMkLst>
        </pc:spChg>
        <pc:spChg chg="mod">
          <ac:chgData name="Boran Gao" userId="8df7ee38-d24b-4e3c-a670-b001cddd5d1c" providerId="ADAL" clId="{091D9E8B-FDD1-545F-804C-6CBF98BF4C0E}" dt="2026-09-24T02:43:17.902" v="4232" actId="20577"/>
          <ac:spMkLst>
            <pc:docMk/>
            <pc:sldMk cId="0" sldId="317"/>
            <ac:spMk id="148487" creationId="{AED6107D-D9DF-3D50-6A61-EFE096F7A6C8}"/>
          </ac:spMkLst>
        </pc:spChg>
      </pc:sldChg>
      <pc:sldChg chg="delSp modSp add mod modTransition modAnim">
        <pc:chgData name="Boran Gao" userId="8df7ee38-d24b-4e3c-a670-b001cddd5d1c" providerId="ADAL" clId="{091D9E8B-FDD1-545F-804C-6CBF98BF4C0E}" dt="2026-09-24T02:43:43.165" v="4237"/>
        <pc:sldMkLst>
          <pc:docMk/>
          <pc:sldMk cId="0" sldId="318"/>
        </pc:sldMkLst>
        <pc:spChg chg="mod">
          <ac:chgData name="Boran Gao" userId="8df7ee38-d24b-4e3c-a670-b001cddd5d1c" providerId="ADAL" clId="{091D9E8B-FDD1-545F-804C-6CBF98BF4C0E}" dt="2026-09-20T17:11:38.752" v="1576" actId="20577"/>
          <ac:spMkLst>
            <pc:docMk/>
            <pc:sldMk cId="0" sldId="318"/>
            <ac:spMk id="149506" creationId="{10420D19-6607-495B-D0DD-FEDCC21D14DB}"/>
          </ac:spMkLst>
        </pc:spChg>
        <pc:spChg chg="mod">
          <ac:chgData name="Boran Gao" userId="8df7ee38-d24b-4e3c-a670-b001cddd5d1c" providerId="ADAL" clId="{091D9E8B-FDD1-545F-804C-6CBF98BF4C0E}" dt="2026-09-24T02:43:43.165" v="4237"/>
          <ac:spMkLst>
            <pc:docMk/>
            <pc:sldMk cId="0" sldId="318"/>
            <ac:spMk id="149507" creationId="{C8736A24-2923-2D93-0CC9-0E336B8D4DD9}"/>
          </ac:spMkLst>
        </pc:spChg>
      </pc:sldChg>
      <pc:sldChg chg="addSp delSp modSp add mod modTransition">
        <pc:chgData name="Boran Gao" userId="8df7ee38-d24b-4e3c-a670-b001cddd5d1c" providerId="ADAL" clId="{091D9E8B-FDD1-545F-804C-6CBF98BF4C0E}" dt="2026-09-24T02:26:21.773" v="3799" actId="20577"/>
        <pc:sldMkLst>
          <pc:docMk/>
          <pc:sldMk cId="0" sldId="319"/>
        </pc:sldMkLst>
        <pc:spChg chg="mod">
          <ac:chgData name="Boran Gao" userId="8df7ee38-d24b-4e3c-a670-b001cddd5d1c" providerId="ADAL" clId="{091D9E8B-FDD1-545F-804C-6CBF98BF4C0E}" dt="2026-09-24T02:26:21.773" v="3799" actId="20577"/>
          <ac:spMkLst>
            <pc:docMk/>
            <pc:sldMk cId="0" sldId="319"/>
            <ac:spMk id="152579" creationId="{045975AB-DBC1-FA42-8BD0-E5E038E6D048}"/>
          </ac:spMkLst>
        </pc:spChg>
        <pc:spChg chg="del">
          <ac:chgData name="Boran Gao" userId="8df7ee38-d24b-4e3c-a670-b001cddd5d1c" providerId="ADAL" clId="{091D9E8B-FDD1-545F-804C-6CBF98BF4C0E}" dt="2026-09-24T01:59:06.136" v="3679" actId="478"/>
          <ac:spMkLst>
            <pc:docMk/>
            <pc:sldMk cId="0" sldId="319"/>
            <ac:spMk id="152585" creationId="{6E0D0D0F-9098-1467-9915-DF22F1A86676}"/>
          </ac:spMkLst>
        </pc:spChg>
        <pc:picChg chg="add mod">
          <ac:chgData name="Boran Gao" userId="8df7ee38-d24b-4e3c-a670-b001cddd5d1c" providerId="ADAL" clId="{091D9E8B-FDD1-545F-804C-6CBF98BF4C0E}" dt="2026-09-24T02:25:47.078" v="3789" actId="1076"/>
          <ac:picMkLst>
            <pc:docMk/>
            <pc:sldMk cId="0" sldId="319"/>
            <ac:picMk id="2" creationId="{564B45A8-CB99-0523-9EBE-8374FE7E5D78}"/>
          </ac:picMkLst>
        </pc:picChg>
        <pc:picChg chg="del mod">
          <ac:chgData name="Boran Gao" userId="8df7ee38-d24b-4e3c-a670-b001cddd5d1c" providerId="ADAL" clId="{091D9E8B-FDD1-545F-804C-6CBF98BF4C0E}" dt="2026-09-24T01:59:08.340" v="3680" actId="478"/>
          <ac:picMkLst>
            <pc:docMk/>
            <pc:sldMk cId="0" sldId="319"/>
            <ac:picMk id="152584" creationId="{B3FD2E6B-AA13-AC1D-FAD8-E89CE2212904}"/>
          </ac:picMkLst>
        </pc:picChg>
      </pc:sldChg>
      <pc:sldChg chg="modSp add del modTransition">
        <pc:chgData name="Boran Gao" userId="8df7ee38-d24b-4e3c-a670-b001cddd5d1c" providerId="ADAL" clId="{091D9E8B-FDD1-545F-804C-6CBF98BF4C0E}" dt="2026-09-24T02:03:22.100" v="3700" actId="2696"/>
        <pc:sldMkLst>
          <pc:docMk/>
          <pc:sldMk cId="0" sldId="320"/>
        </pc:sldMkLst>
        <pc:spChg chg="mod">
          <ac:chgData name="Boran Gao" userId="8df7ee38-d24b-4e3c-a670-b001cddd5d1c" providerId="ADAL" clId="{091D9E8B-FDD1-545F-804C-6CBF98BF4C0E}" dt="2026-09-24T02:03:10.563" v="3689" actId="20577"/>
          <ac:spMkLst>
            <pc:docMk/>
            <pc:sldMk cId="0" sldId="320"/>
            <ac:spMk id="153603" creationId="{D81E583A-DA01-35F4-6F0B-B3DDA6087C6E}"/>
          </ac:spMkLst>
        </pc:spChg>
      </pc:sldChg>
      <pc:sldChg chg="delSp modSp add mod modTransition">
        <pc:chgData name="Boran Gao" userId="8df7ee38-d24b-4e3c-a670-b001cddd5d1c" providerId="ADAL" clId="{091D9E8B-FDD1-545F-804C-6CBF98BF4C0E}" dt="2026-09-21T01:49:12.797" v="1817" actId="1076"/>
        <pc:sldMkLst>
          <pc:docMk/>
          <pc:sldMk cId="0" sldId="322"/>
        </pc:sldMkLst>
        <pc:spChg chg="mod">
          <ac:chgData name="Boran Gao" userId="8df7ee38-d24b-4e3c-a670-b001cddd5d1c" providerId="ADAL" clId="{091D9E8B-FDD1-545F-804C-6CBF98BF4C0E}" dt="2026-09-21T01:48:43.761" v="1804" actId="20577"/>
          <ac:spMkLst>
            <pc:docMk/>
            <pc:sldMk cId="0" sldId="322"/>
            <ac:spMk id="153602" creationId="{1818B37D-8FB7-2D02-3044-76A9D1A9517E}"/>
          </ac:spMkLst>
        </pc:spChg>
        <pc:picChg chg="mod">
          <ac:chgData name="Boran Gao" userId="8df7ee38-d24b-4e3c-a670-b001cddd5d1c" providerId="ADAL" clId="{091D9E8B-FDD1-545F-804C-6CBF98BF4C0E}" dt="2026-09-21T01:49:06.309" v="1813" actId="1076"/>
          <ac:picMkLst>
            <pc:docMk/>
            <pc:sldMk cId="0" sldId="322"/>
            <ac:picMk id="153605" creationId="{C274F5D5-8764-BE89-D577-36518DFD8856}"/>
          </ac:picMkLst>
        </pc:picChg>
        <pc:picChg chg="mod">
          <ac:chgData name="Boran Gao" userId="8df7ee38-d24b-4e3c-a670-b001cddd5d1c" providerId="ADAL" clId="{091D9E8B-FDD1-545F-804C-6CBF98BF4C0E}" dt="2026-09-21T01:49:12.797" v="1817" actId="1076"/>
          <ac:picMkLst>
            <pc:docMk/>
            <pc:sldMk cId="0" sldId="322"/>
            <ac:picMk id="153607" creationId="{4CBAC05E-4A74-03A3-9F9B-B1177EC88CB7}"/>
          </ac:picMkLst>
        </pc:picChg>
      </pc:sldChg>
      <pc:sldChg chg="delSp modSp add mod modTransition modAnim">
        <pc:chgData name="Boran Gao" userId="8df7ee38-d24b-4e3c-a670-b001cddd5d1c" providerId="ADAL" clId="{091D9E8B-FDD1-545F-804C-6CBF98BF4C0E}" dt="2026-09-22T00:47:38.738" v="1993" actId="16959"/>
        <pc:sldMkLst>
          <pc:docMk/>
          <pc:sldMk cId="0" sldId="334"/>
        </pc:sldMkLst>
        <pc:spChg chg="mod">
          <ac:chgData name="Boran Gao" userId="8df7ee38-d24b-4e3c-a670-b001cddd5d1c" providerId="ADAL" clId="{091D9E8B-FDD1-545F-804C-6CBF98BF4C0E}" dt="2026-09-21T03:08:53.695" v="1881" actId="20577"/>
          <ac:spMkLst>
            <pc:docMk/>
            <pc:sldMk cId="0" sldId="334"/>
            <ac:spMk id="166914" creationId="{5F598D03-5246-296D-EBF0-B6827EFC05C3}"/>
          </ac:spMkLst>
        </pc:spChg>
        <pc:spChg chg="mod">
          <ac:chgData name="Boran Gao" userId="8df7ee38-d24b-4e3c-a670-b001cddd5d1c" providerId="ADAL" clId="{091D9E8B-FDD1-545F-804C-6CBF98BF4C0E}" dt="2026-09-22T00:47:38.738" v="1993" actId="16959"/>
          <ac:spMkLst>
            <pc:docMk/>
            <pc:sldMk cId="0" sldId="334"/>
            <ac:spMk id="166915" creationId="{2566F36D-6963-D2A7-0DB9-BB27BF9F38B5}"/>
          </ac:spMkLst>
        </pc:spChg>
      </pc:sldChg>
      <pc:sldChg chg="modSp new mod">
        <pc:chgData name="Boran Gao" userId="8df7ee38-d24b-4e3c-a670-b001cddd5d1c" providerId="ADAL" clId="{091D9E8B-FDD1-545F-804C-6CBF98BF4C0E}" dt="2026-09-21T01:38:43.088" v="1705" actId="12"/>
        <pc:sldMkLst>
          <pc:docMk/>
          <pc:sldMk cId="1343122419" sldId="338"/>
        </pc:sldMkLst>
        <pc:spChg chg="mod">
          <ac:chgData name="Boran Gao" userId="8df7ee38-d24b-4e3c-a670-b001cddd5d1c" providerId="ADAL" clId="{091D9E8B-FDD1-545F-804C-6CBF98BF4C0E}" dt="2026-09-21T01:38:29.132" v="1701"/>
          <ac:spMkLst>
            <pc:docMk/>
            <pc:sldMk cId="1343122419" sldId="338"/>
            <ac:spMk id="2" creationId="{6D4AF7A2-7E8C-3720-6C0B-99277C4754AF}"/>
          </ac:spMkLst>
        </pc:spChg>
        <pc:spChg chg="mod">
          <ac:chgData name="Boran Gao" userId="8df7ee38-d24b-4e3c-a670-b001cddd5d1c" providerId="ADAL" clId="{091D9E8B-FDD1-545F-804C-6CBF98BF4C0E}" dt="2026-09-21T01:38:43.088" v="1705" actId="12"/>
          <ac:spMkLst>
            <pc:docMk/>
            <pc:sldMk cId="1343122419" sldId="338"/>
            <ac:spMk id="3" creationId="{41190947-E45D-907E-29C1-A4251A39E471}"/>
          </ac:spMkLst>
        </pc:spChg>
      </pc:sldChg>
      <pc:sldChg chg="modSp new mod">
        <pc:chgData name="Boran Gao" userId="8df7ee38-d24b-4e3c-a670-b001cddd5d1c" providerId="ADAL" clId="{091D9E8B-FDD1-545F-804C-6CBF98BF4C0E}" dt="2026-09-24T02:39:26.339" v="4175" actId="20577"/>
        <pc:sldMkLst>
          <pc:docMk/>
          <pc:sldMk cId="631062482" sldId="339"/>
        </pc:sldMkLst>
        <pc:spChg chg="mod">
          <ac:chgData name="Boran Gao" userId="8df7ee38-d24b-4e3c-a670-b001cddd5d1c" providerId="ADAL" clId="{091D9E8B-FDD1-545F-804C-6CBF98BF4C0E}" dt="2026-09-24T02:37:02.784" v="4067" actId="20577"/>
          <ac:spMkLst>
            <pc:docMk/>
            <pc:sldMk cId="631062482" sldId="339"/>
            <ac:spMk id="2" creationId="{6737B5C4-98C7-A75E-9006-2C5203B5256B}"/>
          </ac:spMkLst>
        </pc:spChg>
        <pc:spChg chg="mod">
          <ac:chgData name="Boran Gao" userId="8df7ee38-d24b-4e3c-a670-b001cddd5d1c" providerId="ADAL" clId="{091D9E8B-FDD1-545F-804C-6CBF98BF4C0E}" dt="2026-09-24T02:39:26.339" v="4175" actId="20577"/>
          <ac:spMkLst>
            <pc:docMk/>
            <pc:sldMk cId="631062482" sldId="339"/>
            <ac:spMk id="3" creationId="{8B704256-593E-3A8D-C04D-21EDF85C539D}"/>
          </ac:spMkLst>
        </pc:spChg>
      </pc:sldChg>
      <pc:sldChg chg="modSp new mod">
        <pc:chgData name="Boran Gao" userId="8df7ee38-d24b-4e3c-a670-b001cddd5d1c" providerId="ADAL" clId="{091D9E8B-FDD1-545F-804C-6CBF98BF4C0E}" dt="2026-09-24T00:33:13.575" v="2735" actId="16959"/>
        <pc:sldMkLst>
          <pc:docMk/>
          <pc:sldMk cId="3416796071" sldId="340"/>
        </pc:sldMkLst>
        <pc:spChg chg="mod">
          <ac:chgData name="Boran Gao" userId="8df7ee38-d24b-4e3c-a670-b001cddd5d1c" providerId="ADAL" clId="{091D9E8B-FDD1-545F-804C-6CBF98BF4C0E}" dt="2026-09-22T01:53:41.788" v="2610"/>
          <ac:spMkLst>
            <pc:docMk/>
            <pc:sldMk cId="3416796071" sldId="340"/>
            <ac:spMk id="2" creationId="{8D6E809D-78D8-AA6F-34DC-219BEFFECED4}"/>
          </ac:spMkLst>
        </pc:spChg>
        <pc:spChg chg="mod">
          <ac:chgData name="Boran Gao" userId="8df7ee38-d24b-4e3c-a670-b001cddd5d1c" providerId="ADAL" clId="{091D9E8B-FDD1-545F-804C-6CBF98BF4C0E}" dt="2026-09-24T00:33:13.575" v="2735" actId="16959"/>
          <ac:spMkLst>
            <pc:docMk/>
            <pc:sldMk cId="3416796071" sldId="340"/>
            <ac:spMk id="3" creationId="{45B8816E-75DF-FF42-8C14-F6BB5FA4EBE5}"/>
          </ac:spMkLst>
        </pc:spChg>
      </pc:sldChg>
      <pc:sldChg chg="modSp new mod">
        <pc:chgData name="Boran Gao" userId="8df7ee38-d24b-4e3c-a670-b001cddd5d1c" providerId="ADAL" clId="{091D9E8B-FDD1-545F-804C-6CBF98BF4C0E}" dt="2026-09-24T01:53:17.089" v="3519" actId="20577"/>
        <pc:sldMkLst>
          <pc:docMk/>
          <pc:sldMk cId="907903033" sldId="341"/>
        </pc:sldMkLst>
        <pc:spChg chg="mod">
          <ac:chgData name="Boran Gao" userId="8df7ee38-d24b-4e3c-a670-b001cddd5d1c" providerId="ADAL" clId="{091D9E8B-FDD1-545F-804C-6CBF98BF4C0E}" dt="2026-09-22T01:53:33.528" v="2608" actId="20577"/>
          <ac:spMkLst>
            <pc:docMk/>
            <pc:sldMk cId="907903033" sldId="341"/>
            <ac:spMk id="2" creationId="{F2DE6E0F-E2D0-57BF-801F-2D19C434E4BF}"/>
          </ac:spMkLst>
        </pc:spChg>
        <pc:spChg chg="mod">
          <ac:chgData name="Boran Gao" userId="8df7ee38-d24b-4e3c-a670-b001cddd5d1c" providerId="ADAL" clId="{091D9E8B-FDD1-545F-804C-6CBF98BF4C0E}" dt="2026-09-24T01:53:17.089" v="3519" actId="20577"/>
          <ac:spMkLst>
            <pc:docMk/>
            <pc:sldMk cId="907903033" sldId="341"/>
            <ac:spMk id="3" creationId="{3FDDA791-98DA-56D4-5608-4A2E3760C792}"/>
          </ac:spMkLst>
        </pc:spChg>
      </pc:sldChg>
      <pc:sldChg chg="modSp new mod">
        <pc:chgData name="Boran Gao" userId="8df7ee38-d24b-4e3c-a670-b001cddd5d1c" providerId="ADAL" clId="{091D9E8B-FDD1-545F-804C-6CBF98BF4C0E}" dt="2026-09-24T00:38:51.546" v="2890"/>
        <pc:sldMkLst>
          <pc:docMk/>
          <pc:sldMk cId="829105514" sldId="342"/>
        </pc:sldMkLst>
        <pc:spChg chg="mod">
          <ac:chgData name="Boran Gao" userId="8df7ee38-d24b-4e3c-a670-b001cddd5d1c" providerId="ADAL" clId="{091D9E8B-FDD1-545F-804C-6CBF98BF4C0E}" dt="2026-09-24T00:33:21.312" v="2743" actId="20577"/>
          <ac:spMkLst>
            <pc:docMk/>
            <pc:sldMk cId="829105514" sldId="342"/>
            <ac:spMk id="2" creationId="{7EB0BFBA-69FF-D799-ABEE-4ADFCE34F1C3}"/>
          </ac:spMkLst>
        </pc:spChg>
        <pc:spChg chg="mod">
          <ac:chgData name="Boran Gao" userId="8df7ee38-d24b-4e3c-a670-b001cddd5d1c" providerId="ADAL" clId="{091D9E8B-FDD1-545F-804C-6CBF98BF4C0E}" dt="2026-09-24T00:38:51.546" v="2890"/>
          <ac:spMkLst>
            <pc:docMk/>
            <pc:sldMk cId="829105514" sldId="342"/>
            <ac:spMk id="3" creationId="{741310F1-A8A0-8A22-2439-925FEC244C51}"/>
          </ac:spMkLst>
        </pc:spChg>
      </pc:sldChg>
      <pc:sldChg chg="modSp new mod">
        <pc:chgData name="Boran Gao" userId="8df7ee38-d24b-4e3c-a670-b001cddd5d1c" providerId="ADAL" clId="{091D9E8B-FDD1-545F-804C-6CBF98BF4C0E}" dt="2026-09-24T00:41:11.207" v="3051" actId="20577"/>
        <pc:sldMkLst>
          <pc:docMk/>
          <pc:sldMk cId="996364926" sldId="343"/>
        </pc:sldMkLst>
        <pc:spChg chg="mod">
          <ac:chgData name="Boran Gao" userId="8df7ee38-d24b-4e3c-a670-b001cddd5d1c" providerId="ADAL" clId="{091D9E8B-FDD1-545F-804C-6CBF98BF4C0E}" dt="2026-09-24T00:39:26.398" v="2937" actId="20577"/>
          <ac:spMkLst>
            <pc:docMk/>
            <pc:sldMk cId="996364926" sldId="343"/>
            <ac:spMk id="2" creationId="{91C3CE3C-BE9D-39B5-5656-1242BA266BE0}"/>
          </ac:spMkLst>
        </pc:spChg>
        <pc:spChg chg="mod">
          <ac:chgData name="Boran Gao" userId="8df7ee38-d24b-4e3c-a670-b001cddd5d1c" providerId="ADAL" clId="{091D9E8B-FDD1-545F-804C-6CBF98BF4C0E}" dt="2026-09-24T00:41:11.207" v="3051" actId="20577"/>
          <ac:spMkLst>
            <pc:docMk/>
            <pc:sldMk cId="996364926" sldId="343"/>
            <ac:spMk id="3" creationId="{58875410-4386-451B-1993-C8C19C11C786}"/>
          </ac:spMkLst>
        </pc:spChg>
      </pc:sldChg>
      <pc:sldChg chg="modSp new mod">
        <pc:chgData name="Boran Gao" userId="8df7ee38-d24b-4e3c-a670-b001cddd5d1c" providerId="ADAL" clId="{091D9E8B-FDD1-545F-804C-6CBF98BF4C0E}" dt="2026-09-24T02:02:53.254" v="3688" actId="20577"/>
        <pc:sldMkLst>
          <pc:docMk/>
          <pc:sldMk cId="1607807254" sldId="344"/>
        </pc:sldMkLst>
        <pc:spChg chg="mod">
          <ac:chgData name="Boran Gao" userId="8df7ee38-d24b-4e3c-a670-b001cddd5d1c" providerId="ADAL" clId="{091D9E8B-FDD1-545F-804C-6CBF98BF4C0E}" dt="2026-09-24T00:43:01.217" v="3059" actId="20577"/>
          <ac:spMkLst>
            <pc:docMk/>
            <pc:sldMk cId="1607807254" sldId="344"/>
            <ac:spMk id="2" creationId="{EF048649-C3F0-D68A-3D94-2BD0E267B10A}"/>
          </ac:spMkLst>
        </pc:spChg>
        <pc:spChg chg="mod">
          <ac:chgData name="Boran Gao" userId="8df7ee38-d24b-4e3c-a670-b001cddd5d1c" providerId="ADAL" clId="{091D9E8B-FDD1-545F-804C-6CBF98BF4C0E}" dt="2026-09-24T02:02:53.254" v="3688" actId="20577"/>
          <ac:spMkLst>
            <pc:docMk/>
            <pc:sldMk cId="1607807254" sldId="344"/>
            <ac:spMk id="3" creationId="{05D2AA1D-1A2D-DA5D-A663-AA163F9125AA}"/>
          </ac:spMkLst>
        </pc:spChg>
      </pc:sldChg>
      <pc:sldChg chg="modSp new mod">
        <pc:chgData name="Boran Gao" userId="8df7ee38-d24b-4e3c-a670-b001cddd5d1c" providerId="ADAL" clId="{091D9E8B-FDD1-545F-804C-6CBF98BF4C0E}" dt="2026-09-24T02:48:08.865" v="4268" actId="20577"/>
        <pc:sldMkLst>
          <pc:docMk/>
          <pc:sldMk cId="1771449811" sldId="345"/>
        </pc:sldMkLst>
        <pc:spChg chg="mod">
          <ac:chgData name="Boran Gao" userId="8df7ee38-d24b-4e3c-a670-b001cddd5d1c" providerId="ADAL" clId="{091D9E8B-FDD1-545F-804C-6CBF98BF4C0E}" dt="2026-09-24T00:47:06.034" v="3267" actId="20577"/>
          <ac:spMkLst>
            <pc:docMk/>
            <pc:sldMk cId="1771449811" sldId="345"/>
            <ac:spMk id="2" creationId="{532A927F-D80E-9030-A159-733D0371B690}"/>
          </ac:spMkLst>
        </pc:spChg>
        <pc:spChg chg="mod">
          <ac:chgData name="Boran Gao" userId="8df7ee38-d24b-4e3c-a670-b001cddd5d1c" providerId="ADAL" clId="{091D9E8B-FDD1-545F-804C-6CBF98BF4C0E}" dt="2026-09-24T02:48:08.865" v="4268" actId="20577"/>
          <ac:spMkLst>
            <pc:docMk/>
            <pc:sldMk cId="1771449811" sldId="345"/>
            <ac:spMk id="3" creationId="{606BFAE5-FAAD-CEDE-E5E5-35BACE5CD890}"/>
          </ac:spMkLst>
        </pc:spChg>
      </pc:sldChg>
      <pc:sldChg chg="modSp new mod">
        <pc:chgData name="Boran Gao" userId="8df7ee38-d24b-4e3c-a670-b001cddd5d1c" providerId="ADAL" clId="{091D9E8B-FDD1-545F-804C-6CBF98BF4C0E}" dt="2026-09-24T01:51:47.650" v="3478" actId="27636"/>
        <pc:sldMkLst>
          <pc:docMk/>
          <pc:sldMk cId="1011145182" sldId="346"/>
        </pc:sldMkLst>
        <pc:spChg chg="mod">
          <ac:chgData name="Boran Gao" userId="8df7ee38-d24b-4e3c-a670-b001cddd5d1c" providerId="ADAL" clId="{091D9E8B-FDD1-545F-804C-6CBF98BF4C0E}" dt="2026-09-24T01:48:53.986" v="3352" actId="20577"/>
          <ac:spMkLst>
            <pc:docMk/>
            <pc:sldMk cId="1011145182" sldId="346"/>
            <ac:spMk id="2" creationId="{D5B90907-BAE5-4B35-D95C-565B5AC866EA}"/>
          </ac:spMkLst>
        </pc:spChg>
        <pc:spChg chg="mod">
          <ac:chgData name="Boran Gao" userId="8df7ee38-d24b-4e3c-a670-b001cddd5d1c" providerId="ADAL" clId="{091D9E8B-FDD1-545F-804C-6CBF98BF4C0E}" dt="2026-09-24T01:51:47.650" v="3478" actId="27636"/>
          <ac:spMkLst>
            <pc:docMk/>
            <pc:sldMk cId="1011145182" sldId="346"/>
            <ac:spMk id="3" creationId="{5EBB4A93-177D-3AA0-8805-6A8B7D4AC109}"/>
          </ac:spMkLst>
        </pc:spChg>
      </pc:sldChg>
      <pc:sldChg chg="addSp modSp new del mod">
        <pc:chgData name="Boran Gao" userId="8df7ee38-d24b-4e3c-a670-b001cddd5d1c" providerId="ADAL" clId="{091D9E8B-FDD1-545F-804C-6CBF98BF4C0E}" dt="2026-09-24T02:05:43.434" v="3739" actId="2696"/>
        <pc:sldMkLst>
          <pc:docMk/>
          <pc:sldMk cId="459575677" sldId="347"/>
        </pc:sldMkLst>
        <pc:spChg chg="mod">
          <ac:chgData name="Boran Gao" userId="8df7ee38-d24b-4e3c-a670-b001cddd5d1c" providerId="ADAL" clId="{091D9E8B-FDD1-545F-804C-6CBF98BF4C0E}" dt="2026-09-24T01:54:09.334" v="3560" actId="20577"/>
          <ac:spMkLst>
            <pc:docMk/>
            <pc:sldMk cId="459575677" sldId="347"/>
            <ac:spMk id="2" creationId="{4548AA8E-C8E5-741E-4717-834C529E583B}"/>
          </ac:spMkLst>
        </pc:spChg>
        <pc:spChg chg="mod">
          <ac:chgData name="Boran Gao" userId="8df7ee38-d24b-4e3c-a670-b001cddd5d1c" providerId="ADAL" clId="{091D9E8B-FDD1-545F-804C-6CBF98BF4C0E}" dt="2026-09-24T01:55:17.732" v="3616" actId="20577"/>
          <ac:spMkLst>
            <pc:docMk/>
            <pc:sldMk cId="459575677" sldId="347"/>
            <ac:spMk id="3" creationId="{689F571D-8FE5-C447-FD43-268D8F6DA0EA}"/>
          </ac:spMkLst>
        </pc:spChg>
        <pc:picChg chg="add mod">
          <ac:chgData name="Boran Gao" userId="8df7ee38-d24b-4e3c-a670-b001cddd5d1c" providerId="ADAL" clId="{091D9E8B-FDD1-545F-804C-6CBF98BF4C0E}" dt="2026-09-24T01:56:24.601" v="3618" actId="1076"/>
          <ac:picMkLst>
            <pc:docMk/>
            <pc:sldMk cId="459575677" sldId="347"/>
            <ac:picMk id="4" creationId="{EEDE5E2F-8C73-B002-AC11-7C8BB8A0866D}"/>
          </ac:picMkLst>
        </pc:picChg>
      </pc:sldChg>
      <pc:sldChg chg="add del">
        <pc:chgData name="Boran Gao" userId="8df7ee38-d24b-4e3c-a670-b001cddd5d1c" providerId="ADAL" clId="{091D9E8B-FDD1-545F-804C-6CBF98BF4C0E}" dt="2026-09-24T02:32:57.891" v="3995" actId="2696"/>
        <pc:sldMkLst>
          <pc:docMk/>
          <pc:sldMk cId="518954055" sldId="347"/>
        </pc:sldMkLst>
      </pc:sldChg>
      <pc:sldChg chg="addSp delSp modSp new mod">
        <pc:chgData name="Boran Gao" userId="8df7ee38-d24b-4e3c-a670-b001cddd5d1c" providerId="ADAL" clId="{091D9E8B-FDD1-545F-804C-6CBF98BF4C0E}" dt="2026-09-24T02:27:48.942" v="3811" actId="113"/>
        <pc:sldMkLst>
          <pc:docMk/>
          <pc:sldMk cId="2955716094" sldId="348"/>
        </pc:sldMkLst>
        <pc:spChg chg="mod">
          <ac:chgData name="Boran Gao" userId="8df7ee38-d24b-4e3c-a670-b001cddd5d1c" providerId="ADAL" clId="{091D9E8B-FDD1-545F-804C-6CBF98BF4C0E}" dt="2026-09-24T02:03:17.441" v="3697" actId="20577"/>
          <ac:spMkLst>
            <pc:docMk/>
            <pc:sldMk cId="2955716094" sldId="348"/>
            <ac:spMk id="2" creationId="{D949DFAF-4243-9E20-C8B7-519843A51BB9}"/>
          </ac:spMkLst>
        </pc:spChg>
        <pc:spChg chg="mod">
          <ac:chgData name="Boran Gao" userId="8df7ee38-d24b-4e3c-a670-b001cddd5d1c" providerId="ADAL" clId="{091D9E8B-FDD1-545F-804C-6CBF98BF4C0E}" dt="2026-09-24T02:27:48.942" v="3811" actId="113"/>
          <ac:spMkLst>
            <pc:docMk/>
            <pc:sldMk cId="2955716094" sldId="348"/>
            <ac:spMk id="3" creationId="{5F2C1CD5-46C9-668C-A2E7-2AF90F0D620D}"/>
          </ac:spMkLst>
        </pc:spChg>
        <pc:picChg chg="add del mod">
          <ac:chgData name="Boran Gao" userId="8df7ee38-d24b-4e3c-a670-b001cddd5d1c" providerId="ADAL" clId="{091D9E8B-FDD1-545F-804C-6CBF98BF4C0E}" dt="2026-09-24T02:27:40.717" v="3807" actId="478"/>
          <ac:picMkLst>
            <pc:docMk/>
            <pc:sldMk cId="2955716094" sldId="348"/>
            <ac:picMk id="4" creationId="{CD67AB9A-474C-5FC1-7559-8C805A466887}"/>
          </ac:picMkLst>
        </pc:picChg>
      </pc:sldChg>
      <pc:sldChg chg="addSp delSp modSp new del mod">
        <pc:chgData name="Boran Gao" userId="8df7ee38-d24b-4e3c-a670-b001cddd5d1c" providerId="ADAL" clId="{091D9E8B-FDD1-545F-804C-6CBF98BF4C0E}" dt="2026-09-24T02:32:56.268" v="3994" actId="2696"/>
        <pc:sldMkLst>
          <pc:docMk/>
          <pc:sldMk cId="4110158725" sldId="349"/>
        </pc:sldMkLst>
        <pc:spChg chg="mod">
          <ac:chgData name="Boran Gao" userId="8df7ee38-d24b-4e3c-a670-b001cddd5d1c" providerId="ADAL" clId="{091D9E8B-FDD1-545F-804C-6CBF98BF4C0E}" dt="2026-09-24T02:04:09.161" v="3714" actId="20577"/>
          <ac:spMkLst>
            <pc:docMk/>
            <pc:sldMk cId="4110158725" sldId="349"/>
            <ac:spMk id="2" creationId="{69E05D3A-E7A8-CCAA-E139-5CCB117690A1}"/>
          </ac:spMkLst>
        </pc:spChg>
        <pc:spChg chg="del">
          <ac:chgData name="Boran Gao" userId="8df7ee38-d24b-4e3c-a670-b001cddd5d1c" providerId="ADAL" clId="{091D9E8B-FDD1-545F-804C-6CBF98BF4C0E}" dt="2026-09-24T02:04:11.478" v="3715" actId="478"/>
          <ac:spMkLst>
            <pc:docMk/>
            <pc:sldMk cId="4110158725" sldId="349"/>
            <ac:spMk id="3" creationId="{FC9648B8-2CAD-D7A8-3B5A-EEF4DAEE2831}"/>
          </ac:spMkLst>
        </pc:spChg>
        <pc:picChg chg="add mod">
          <ac:chgData name="Boran Gao" userId="8df7ee38-d24b-4e3c-a670-b001cddd5d1c" providerId="ADAL" clId="{091D9E8B-FDD1-545F-804C-6CBF98BF4C0E}" dt="2026-09-24T02:04:20.460" v="3718" actId="1076"/>
          <ac:picMkLst>
            <pc:docMk/>
            <pc:sldMk cId="4110158725" sldId="349"/>
            <ac:picMk id="4" creationId="{45E278B9-79B9-B967-CFEC-A8F340817315}"/>
          </ac:picMkLst>
        </pc:picChg>
      </pc:sldChg>
      <pc:sldChg chg="modSp new del mod">
        <pc:chgData name="Boran Gao" userId="8df7ee38-d24b-4e3c-a670-b001cddd5d1c" providerId="ADAL" clId="{091D9E8B-FDD1-545F-804C-6CBF98BF4C0E}" dt="2026-09-24T02:31:32.009" v="3959" actId="2696"/>
        <pc:sldMkLst>
          <pc:docMk/>
          <pc:sldMk cId="1524806359" sldId="350"/>
        </pc:sldMkLst>
        <pc:spChg chg="mod">
          <ac:chgData name="Boran Gao" userId="8df7ee38-d24b-4e3c-a670-b001cddd5d1c" providerId="ADAL" clId="{091D9E8B-FDD1-545F-804C-6CBF98BF4C0E}" dt="2026-09-24T02:05:14.151" v="3735" actId="20577"/>
          <ac:spMkLst>
            <pc:docMk/>
            <pc:sldMk cId="1524806359" sldId="350"/>
            <ac:spMk id="2" creationId="{6F36CB7E-9621-3933-BBA6-79777691751C}"/>
          </ac:spMkLst>
        </pc:spChg>
        <pc:spChg chg="mod">
          <ac:chgData name="Boran Gao" userId="8df7ee38-d24b-4e3c-a670-b001cddd5d1c" providerId="ADAL" clId="{091D9E8B-FDD1-545F-804C-6CBF98BF4C0E}" dt="2026-09-24T02:22:28.482" v="3742"/>
          <ac:spMkLst>
            <pc:docMk/>
            <pc:sldMk cId="1524806359" sldId="350"/>
            <ac:spMk id="3" creationId="{8976EF19-0B32-471B-D5AB-329364B8F00A}"/>
          </ac:spMkLst>
        </pc:spChg>
      </pc:sldChg>
      <pc:sldChg chg="modSp new mod">
        <pc:chgData name="Boran Gao" userId="8df7ee38-d24b-4e3c-a670-b001cddd5d1c" providerId="ADAL" clId="{091D9E8B-FDD1-545F-804C-6CBF98BF4C0E}" dt="2026-09-24T02:28:17.857" v="3839" actId="20577"/>
        <pc:sldMkLst>
          <pc:docMk/>
          <pc:sldMk cId="2314833632" sldId="351"/>
        </pc:sldMkLst>
        <pc:spChg chg="mod">
          <ac:chgData name="Boran Gao" userId="8df7ee38-d24b-4e3c-a670-b001cddd5d1c" providerId="ADAL" clId="{091D9E8B-FDD1-545F-804C-6CBF98BF4C0E}" dt="2026-09-24T02:28:03.424" v="3819" actId="20577"/>
          <ac:spMkLst>
            <pc:docMk/>
            <pc:sldMk cId="2314833632" sldId="351"/>
            <ac:spMk id="2" creationId="{BBD42375-E02E-81D5-69A2-06AA682DD757}"/>
          </ac:spMkLst>
        </pc:spChg>
        <pc:spChg chg="mod">
          <ac:chgData name="Boran Gao" userId="8df7ee38-d24b-4e3c-a670-b001cddd5d1c" providerId="ADAL" clId="{091D9E8B-FDD1-545F-804C-6CBF98BF4C0E}" dt="2026-09-24T02:28:17.857" v="3839" actId="20577"/>
          <ac:spMkLst>
            <pc:docMk/>
            <pc:sldMk cId="2314833632" sldId="351"/>
            <ac:spMk id="3" creationId="{173793FA-BC76-8E3E-862A-03863BFF65EA}"/>
          </ac:spMkLst>
        </pc:spChg>
      </pc:sldChg>
      <pc:sldChg chg="modSp new mod">
        <pc:chgData name="Boran Gao" userId="8df7ee38-d24b-4e3c-a670-b001cddd5d1c" providerId="ADAL" clId="{091D9E8B-FDD1-545F-804C-6CBF98BF4C0E}" dt="2026-09-24T02:30:52.623" v="3951"/>
        <pc:sldMkLst>
          <pc:docMk/>
          <pc:sldMk cId="3807273613" sldId="352"/>
        </pc:sldMkLst>
        <pc:spChg chg="mod">
          <ac:chgData name="Boran Gao" userId="8df7ee38-d24b-4e3c-a670-b001cddd5d1c" providerId="ADAL" clId="{091D9E8B-FDD1-545F-804C-6CBF98BF4C0E}" dt="2026-09-24T02:28:32.792" v="3847" actId="20577"/>
          <ac:spMkLst>
            <pc:docMk/>
            <pc:sldMk cId="3807273613" sldId="352"/>
            <ac:spMk id="2" creationId="{3CDFE4BC-7AFF-080A-408F-4B5DB83730B8}"/>
          </ac:spMkLst>
        </pc:spChg>
        <pc:spChg chg="mod">
          <ac:chgData name="Boran Gao" userId="8df7ee38-d24b-4e3c-a670-b001cddd5d1c" providerId="ADAL" clId="{091D9E8B-FDD1-545F-804C-6CBF98BF4C0E}" dt="2026-09-24T02:30:52.623" v="3951"/>
          <ac:spMkLst>
            <pc:docMk/>
            <pc:sldMk cId="3807273613" sldId="352"/>
            <ac:spMk id="3" creationId="{7A4566C2-3DC5-0671-8D77-9178FEF0A347}"/>
          </ac:spMkLst>
        </pc:spChg>
      </pc:sldChg>
      <pc:sldChg chg="addSp modSp new mod">
        <pc:chgData name="Boran Gao" userId="8df7ee38-d24b-4e3c-a670-b001cddd5d1c" providerId="ADAL" clId="{091D9E8B-FDD1-545F-804C-6CBF98BF4C0E}" dt="2026-09-24T02:32:53.669" v="3993" actId="1076"/>
        <pc:sldMkLst>
          <pc:docMk/>
          <pc:sldMk cId="3135087554" sldId="353"/>
        </pc:sldMkLst>
        <pc:spChg chg="mod">
          <ac:chgData name="Boran Gao" userId="8df7ee38-d24b-4e3c-a670-b001cddd5d1c" providerId="ADAL" clId="{091D9E8B-FDD1-545F-804C-6CBF98BF4C0E}" dt="2026-09-24T02:31:21.050" v="3958" actId="20577"/>
          <ac:spMkLst>
            <pc:docMk/>
            <pc:sldMk cId="3135087554" sldId="353"/>
            <ac:spMk id="2" creationId="{D2C675C0-B838-04CE-2CD0-6E26103EA807}"/>
          </ac:spMkLst>
        </pc:spChg>
        <pc:spChg chg="mod">
          <ac:chgData name="Boran Gao" userId="8df7ee38-d24b-4e3c-a670-b001cddd5d1c" providerId="ADAL" clId="{091D9E8B-FDD1-545F-804C-6CBF98BF4C0E}" dt="2026-09-24T02:32:35.217" v="3988" actId="20577"/>
          <ac:spMkLst>
            <pc:docMk/>
            <pc:sldMk cId="3135087554" sldId="353"/>
            <ac:spMk id="3" creationId="{885C1FB9-392D-40BC-8408-A831DE48F991}"/>
          </ac:spMkLst>
        </pc:spChg>
        <pc:picChg chg="add mod">
          <ac:chgData name="Boran Gao" userId="8df7ee38-d24b-4e3c-a670-b001cddd5d1c" providerId="ADAL" clId="{091D9E8B-FDD1-545F-804C-6CBF98BF4C0E}" dt="2026-09-24T02:32:53.669" v="3993" actId="1076"/>
          <ac:picMkLst>
            <pc:docMk/>
            <pc:sldMk cId="3135087554" sldId="353"/>
            <ac:picMk id="4" creationId="{D7541E68-64EB-8DB4-5C82-BEF2DDFDEFB0}"/>
          </ac:picMkLst>
        </pc:picChg>
      </pc:sldChg>
      <pc:sldChg chg="modSp new mod">
        <pc:chgData name="Boran Gao" userId="8df7ee38-d24b-4e3c-a670-b001cddd5d1c" providerId="ADAL" clId="{091D9E8B-FDD1-545F-804C-6CBF98BF4C0E}" dt="2026-09-24T02:40:46.259" v="4229"/>
        <pc:sldMkLst>
          <pc:docMk/>
          <pc:sldMk cId="2714360874" sldId="354"/>
        </pc:sldMkLst>
        <pc:spChg chg="mod">
          <ac:chgData name="Boran Gao" userId="8df7ee38-d24b-4e3c-a670-b001cddd5d1c" providerId="ADAL" clId="{091D9E8B-FDD1-545F-804C-6CBF98BF4C0E}" dt="2026-09-24T02:36:08.569" v="4051" actId="20577"/>
          <ac:spMkLst>
            <pc:docMk/>
            <pc:sldMk cId="2714360874" sldId="354"/>
            <ac:spMk id="2" creationId="{8307B8F0-69B0-348F-6CB2-FAE2027EFCF3}"/>
          </ac:spMkLst>
        </pc:spChg>
        <pc:spChg chg="mod">
          <ac:chgData name="Boran Gao" userId="8df7ee38-d24b-4e3c-a670-b001cddd5d1c" providerId="ADAL" clId="{091D9E8B-FDD1-545F-804C-6CBF98BF4C0E}" dt="2026-09-24T02:40:46.259" v="4229"/>
          <ac:spMkLst>
            <pc:docMk/>
            <pc:sldMk cId="2714360874" sldId="354"/>
            <ac:spMk id="3" creationId="{C272334B-050E-C0E9-FE67-C315AF1D3F53}"/>
          </ac:spMkLst>
        </pc:spChg>
      </pc:sldChg>
    </pc:docChg>
  </pc:docChgLst>
  <pc:docChgLst>
    <pc:chgData name="Boran Gao" userId="8df7ee38-d24b-4e3c-a670-b001cddd5d1c" providerId="ADAL" clId="{A5375A95-C6CF-54FE-A754-8FF4B2F3F39C}"/>
    <pc:docChg chg="undo custSel addSld delSld modSld sldOrd">
      <pc:chgData name="Boran Gao" userId="8df7ee38-d24b-4e3c-a670-b001cddd5d1c" providerId="ADAL" clId="{A5375A95-C6CF-54FE-A754-8FF4B2F3F39C}" dt="2026-09-21T20:02:09.003" v="3570" actId="27636"/>
      <pc:docMkLst>
        <pc:docMk/>
      </pc:docMkLst>
      <pc:sldChg chg="addSp delSp modSp mod">
        <pc:chgData name="Boran Gao" userId="8df7ee38-d24b-4e3c-a670-b001cddd5d1c" providerId="ADAL" clId="{A5375A95-C6CF-54FE-A754-8FF4B2F3F39C}" dt="2026-09-16T15:49:37.283" v="3441" actId="20577"/>
        <pc:sldMkLst>
          <pc:docMk/>
          <pc:sldMk cId="1082805692" sldId="278"/>
        </pc:sldMkLst>
        <pc:spChg chg="mod">
          <ac:chgData name="Boran Gao" userId="8df7ee38-d24b-4e3c-a670-b001cddd5d1c" providerId="ADAL" clId="{A5375A95-C6CF-54FE-A754-8FF4B2F3F39C}" dt="2026-09-14T19:36:42.689" v="59" actId="20577"/>
          <ac:spMkLst>
            <pc:docMk/>
            <pc:sldMk cId="1082805692" sldId="278"/>
            <ac:spMk id="2" creationId="{196E1DEC-268A-416C-6A91-CA42C90FD23B}"/>
          </ac:spMkLst>
        </pc:spChg>
        <pc:spChg chg="mod">
          <ac:chgData name="Boran Gao" userId="8df7ee38-d24b-4e3c-a670-b001cddd5d1c" providerId="ADAL" clId="{A5375A95-C6CF-54FE-A754-8FF4B2F3F39C}" dt="2026-09-16T15:49:37.283" v="3441" actId="20577"/>
          <ac:spMkLst>
            <pc:docMk/>
            <pc:sldMk cId="1082805692" sldId="278"/>
            <ac:spMk id="3" creationId="{2D451645-1711-E260-8D80-C50011B46A67}"/>
          </ac:spMkLst>
        </pc:spChg>
      </pc:sldChg>
      <pc:sldChg chg="modSp add mod modTransition">
        <pc:chgData name="Boran Gao" userId="8df7ee38-d24b-4e3c-a670-b001cddd5d1c" providerId="ADAL" clId="{A5375A95-C6CF-54FE-A754-8FF4B2F3F39C}" dt="2026-09-21T20:01:16.654" v="3562" actId="27636"/>
        <pc:sldMkLst>
          <pc:docMk/>
          <pc:sldMk cId="0" sldId="295"/>
        </pc:sldMkLst>
        <pc:spChg chg="mod">
          <ac:chgData name="Boran Gao" userId="8df7ee38-d24b-4e3c-a670-b001cddd5d1c" providerId="ADAL" clId="{A5375A95-C6CF-54FE-A754-8FF4B2F3F39C}" dt="2026-09-21T20:01:16.654" v="3562" actId="27636"/>
          <ac:spMkLst>
            <pc:docMk/>
            <pc:sldMk cId="0" sldId="295"/>
            <ac:spMk id="102403" creationId="{8A984632-FB5B-1281-64A4-60941F0D9313}"/>
          </ac:spMkLst>
        </pc:spChg>
      </pc:sldChg>
      <pc:sldChg chg="add modTransition">
        <pc:chgData name="Boran Gao" userId="8df7ee38-d24b-4e3c-a670-b001cddd5d1c" providerId="ADAL" clId="{A5375A95-C6CF-54FE-A754-8FF4B2F3F39C}" dt="2026-09-21T20:01:33.304" v="3563"/>
        <pc:sldMkLst>
          <pc:docMk/>
          <pc:sldMk cId="0" sldId="302"/>
        </pc:sldMkLst>
      </pc:sldChg>
      <pc:sldChg chg="add modTransition">
        <pc:chgData name="Boran Gao" userId="8df7ee38-d24b-4e3c-a670-b001cddd5d1c" providerId="ADAL" clId="{A5375A95-C6CF-54FE-A754-8FF4B2F3F39C}" dt="2026-09-21T20:01:42.424" v="3564"/>
        <pc:sldMkLst>
          <pc:docMk/>
          <pc:sldMk cId="0" sldId="303"/>
        </pc:sldMkLst>
      </pc:sldChg>
      <pc:sldChg chg="add modTransition">
        <pc:chgData name="Boran Gao" userId="8df7ee38-d24b-4e3c-a670-b001cddd5d1c" providerId="ADAL" clId="{A5375A95-C6CF-54FE-A754-8FF4B2F3F39C}" dt="2026-09-21T20:01:50.854" v="3565"/>
        <pc:sldMkLst>
          <pc:docMk/>
          <pc:sldMk cId="0" sldId="304"/>
        </pc:sldMkLst>
      </pc:sldChg>
      <pc:sldChg chg="add modTransition">
        <pc:chgData name="Boran Gao" userId="8df7ee38-d24b-4e3c-a670-b001cddd5d1c" providerId="ADAL" clId="{A5375A95-C6CF-54FE-A754-8FF4B2F3F39C}" dt="2026-09-21T20:01:55.360" v="3566"/>
        <pc:sldMkLst>
          <pc:docMk/>
          <pc:sldMk cId="0" sldId="305"/>
        </pc:sldMkLst>
      </pc:sldChg>
      <pc:sldChg chg="modSp add mod modTransition">
        <pc:chgData name="Boran Gao" userId="8df7ee38-d24b-4e3c-a670-b001cddd5d1c" providerId="ADAL" clId="{A5375A95-C6CF-54FE-A754-8FF4B2F3F39C}" dt="2026-09-21T20:02:09.003" v="3570" actId="27636"/>
        <pc:sldMkLst>
          <pc:docMk/>
          <pc:sldMk cId="0" sldId="308"/>
        </pc:sldMkLst>
        <pc:spChg chg="mod">
          <ac:chgData name="Boran Gao" userId="8df7ee38-d24b-4e3c-a670-b001cddd5d1c" providerId="ADAL" clId="{A5375A95-C6CF-54FE-A754-8FF4B2F3F39C}" dt="2026-09-21T20:02:09.003" v="3570" actId="27636"/>
          <ac:spMkLst>
            <pc:docMk/>
            <pc:sldMk cId="0" sldId="308"/>
            <ac:spMk id="139267" creationId="{D549FF28-50C4-7C36-6400-55A6D1144FFE}"/>
          </ac:spMkLst>
        </pc:spChg>
      </pc:sldChg>
      <pc:sldChg chg="modSp">
        <pc:chgData name="Boran Gao" userId="8df7ee38-d24b-4e3c-a670-b001cddd5d1c" providerId="ADAL" clId="{A5375A95-C6CF-54FE-A754-8FF4B2F3F39C}" dt="2026-09-21T19:59:23.401" v="3553" actId="1076"/>
        <pc:sldMkLst>
          <pc:docMk/>
          <pc:sldMk cId="0" sldId="325"/>
        </pc:sldMkLst>
        <pc:picChg chg="mod">
          <ac:chgData name="Boran Gao" userId="8df7ee38-d24b-4e3c-a670-b001cddd5d1c" providerId="ADAL" clId="{A5375A95-C6CF-54FE-A754-8FF4B2F3F39C}" dt="2026-09-21T19:59:23.401" v="3553" actId="1076"/>
          <ac:picMkLst>
            <pc:docMk/>
            <pc:sldMk cId="0" sldId="325"/>
            <ac:picMk id="156676" creationId="{85F919B8-D9C8-5042-B1E3-73CBBB42A3A8}"/>
          </ac:picMkLst>
        </pc:picChg>
      </pc:sldChg>
      <pc:sldChg chg="new">
        <pc:chgData name="Boran Gao" userId="8df7ee38-d24b-4e3c-a670-b001cddd5d1c" providerId="ADAL" clId="{A5375A95-C6CF-54FE-A754-8FF4B2F3F39C}" dt="2026-09-21T20:00:43.310" v="3554" actId="680"/>
        <pc:sldMkLst>
          <pc:docMk/>
          <pc:sldMk cId="648560241" sldId="339"/>
        </pc:sldMkLst>
      </pc:sldChg>
      <pc:sldChg chg="add del modTransition">
        <pc:chgData name="Boran Gao" userId="8df7ee38-d24b-4e3c-a670-b001cddd5d1c" providerId="ADAL" clId="{A5375A95-C6CF-54FE-A754-8FF4B2F3F39C}" dt="2026-09-21T20:02:01.907" v="3568"/>
        <pc:sldMkLst>
          <pc:docMk/>
          <pc:sldMk cId="0" sldId="34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804748-BC06-B940-9200-B52E05629FD1}" type="datetimeFigureOut">
              <a:rPr lang="en-US" smtClean="0"/>
              <a:t>9/20/26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8087DC-B753-0E4D-AABF-1CAE5E912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348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087DC-B753-0E4D-AABF-1CAE5E9128A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7755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087DC-B753-0E4D-AABF-1CAE5E9128A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76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087DC-B753-0E4D-AABF-1CAE5E9128A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531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0BDCF-E8E1-D397-5518-E4062DED24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800" baseline="0"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DE2FAE-7571-B51A-D1B5-EACA5C6AA5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800" baseline="0"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3933C-5D06-12F6-9F02-93889F406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70E0C-661E-5F4C-856A-2868FFB9F102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CC292-1229-B59E-15AE-F9FED168F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Chp</a:t>
            </a:r>
            <a:r>
              <a:rPr lang="en-US" altLang="zh-CN"/>
              <a:t>1:</a:t>
            </a:r>
            <a:r>
              <a:rPr lang="zh-CN" altLang="en-US"/>
              <a:t> </a:t>
            </a:r>
            <a:r>
              <a:rPr lang="en-US" altLang="zh-CN"/>
              <a:t>Overview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Descriptive</a:t>
            </a:r>
            <a:r>
              <a:rPr lang="zh-CN" altLang="en-US"/>
              <a:t> </a:t>
            </a:r>
            <a:r>
              <a:rPr lang="en-US" altLang="zh-CN"/>
              <a:t>Statistics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458F4-56E3-D106-EFB4-D8A9A28C6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FE9FE-FD1B-2B4A-8D68-FF88F2C60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976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6769C-A6E4-0E68-BAF0-0BF4E161D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04" y="117167"/>
            <a:ext cx="10515600" cy="1325563"/>
          </a:xfrm>
        </p:spPr>
        <p:txBody>
          <a:bodyPr/>
          <a:lstStyle>
            <a:lvl1pPr>
              <a:defRPr sz="4200" baseline="0"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51174-C98E-49C2-D460-BC2C2E8F2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434" y="1540617"/>
            <a:ext cx="10515600" cy="4351338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AF3A2-87E5-6A47-F4D2-C3B1E2A11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70E0C-661E-5F4C-856A-2868FFB9F102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4A674-D754-24A7-4FEC-AAB299B22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Chp</a:t>
            </a:r>
            <a:r>
              <a:rPr lang="en-US" altLang="zh-CN"/>
              <a:t>1:</a:t>
            </a:r>
            <a:r>
              <a:rPr lang="zh-CN" altLang="en-US"/>
              <a:t> </a:t>
            </a:r>
            <a:r>
              <a:rPr lang="en-US" altLang="zh-CN"/>
              <a:t>Overview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Descriptive</a:t>
            </a:r>
            <a:r>
              <a:rPr lang="zh-CN" altLang="en-US"/>
              <a:t> </a:t>
            </a:r>
            <a:r>
              <a:rPr lang="en-US" altLang="zh-CN"/>
              <a:t>Statistics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E9AAE-DFD1-202F-BDEE-84C4F1EDC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FE9FE-FD1B-2B4A-8D68-FF88F2C60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2253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35653-7140-B5F6-7329-FBE838123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827FA-41A6-9FBE-3545-CAC407CD1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1C7A5-3399-55D2-77DD-89F99CDDD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70E0C-661E-5F4C-856A-2868FFB9F102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712EF-C5A8-A367-D3D3-DAB241C26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DB7AC-CFD6-317B-B7EF-B92396EA4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FE9FE-FD1B-2B4A-8D68-FF88F2C60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493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47691-B28B-F1A5-68FA-107F164D4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00A1B-BFA9-731F-238F-60A2D1A9B2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B3D08F-3612-1C99-038B-40FF02046B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5B684F-AE5B-4F83-5D5A-D8AD853A3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70E0C-661E-5F4C-856A-2868FFB9F102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E374CA-FAF9-C321-0FAB-7DD91AE36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9DCEC7-8D10-D7CD-F9EF-81229CAEF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FE9FE-FD1B-2B4A-8D68-FF88F2C60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890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02C16-2D10-AAAB-B895-88BBF525D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ED30C4-8949-03A0-9A86-8E53272C2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982C09-3C62-CD9F-2616-92C7EF878D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BBEB7E-357A-330B-661B-D1FFDC50CE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C250FE-C905-2B70-292C-2F176EE5E7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E8A05C-F7EE-E705-46AF-5668CC06C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70E0C-661E-5F4C-856A-2868FFB9F102}" type="datetimeFigureOut">
              <a:rPr lang="en-US" smtClean="0"/>
              <a:t>9/20/26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CA39D3-3999-0FAC-D4AB-4399F4107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73A15F-526A-C7C7-4814-AD6F09B2A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FE9FE-FD1B-2B4A-8D68-FF88F2C60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359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4AAEF-FEC3-E80D-C64D-390C740D3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806" y="136525"/>
            <a:ext cx="10515600" cy="13255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CD0FFF-C333-40A4-055F-A36A3F17D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70E0C-661E-5F4C-856A-2868FFB9F102}" type="datetimeFigureOut">
              <a:rPr lang="en-US" smtClean="0"/>
              <a:t>9/20/26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059EAF-95A8-43FA-9239-10A229427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76B5DE-F790-9925-AB7E-9C2DFED7F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FE9FE-FD1B-2B4A-8D68-FF88F2C60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875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ECC6F3-79B8-D2A7-BEA8-36B151B41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70E0C-661E-5F4C-856A-2868FFB9F102}" type="datetimeFigureOut">
              <a:rPr lang="en-US" smtClean="0"/>
              <a:t>9/20/26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ABA0DC-52C2-34E6-218B-BD3A91ABB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Chp</a:t>
            </a:r>
            <a:r>
              <a:rPr lang="en-US" altLang="zh-CN"/>
              <a:t>1:</a:t>
            </a:r>
            <a:r>
              <a:rPr lang="zh-CN" altLang="en-US"/>
              <a:t> </a:t>
            </a:r>
            <a:r>
              <a:rPr lang="en-US" altLang="zh-CN"/>
              <a:t>Overview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Descriptive</a:t>
            </a:r>
            <a:r>
              <a:rPr lang="zh-CN" altLang="en-US"/>
              <a:t> </a:t>
            </a:r>
            <a:r>
              <a:rPr lang="en-US" altLang="zh-CN"/>
              <a:t>Statistics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282C2-F7DA-E2B0-F0B7-9C544A8D4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FE9FE-FD1B-2B4A-8D68-FF88F2C60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984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01B15-B6DA-5A7F-CC8B-6452C6503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294ED-A0DB-B427-EA40-560B88DC2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B961C7-2EE4-A225-0B46-BB62A18A8A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3A5BB2-EF66-4AAA-688E-AE0FE1DE8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70E0C-661E-5F4C-856A-2868FFB9F102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26D826-3CB1-1438-5BB6-B01960B8D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5FD372-3928-D46A-AA62-C5F9FDE40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FE9FE-FD1B-2B4A-8D68-FF88F2C60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123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684E7-204F-7307-D4C0-9FD166E4D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5F4E5A-A845-B455-8A4B-944C04FE22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DAEBB9-32A0-DA08-2898-976286B12B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8E67E-E3A3-4B87-0093-07601F53D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70E0C-661E-5F4C-856A-2868FFB9F102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5E2B8D-4FE3-C3F8-F0B7-A674E92ED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C07546-9655-BAFC-4863-C95418192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FE9FE-FD1B-2B4A-8D68-FF88F2C60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886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07EBF-9C03-0919-66C7-CBB781548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61933-0CD1-7F4E-7ED8-406D5399F5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D4C1B-331F-806B-1727-6C5D12698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70E0C-661E-5F4C-856A-2868FFB9F102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4817F-9FF4-17FE-5724-3976A6AC2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0BD49-1DB8-7555-615D-5AC6C7EEF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FE9FE-FD1B-2B4A-8D68-FF88F2C60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243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957D9E-9CF9-7139-160A-D87056A46C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D26BCC-8E57-9ED1-3ADE-D8AE64580F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961A1E-FFC6-C928-7F2C-567752609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70E0C-661E-5F4C-856A-2868FFB9F102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57482-DF0B-DE3A-D14E-FA7230AE3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19C2D-A80A-B3EA-6B77-886B5B64A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FE9FE-FD1B-2B4A-8D68-FF88F2C60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557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DB9E09-AFA0-F3B0-E63F-149155BAA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B84BF4-C049-ECC2-665F-4B6C27FC33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136FC-475B-3320-C92F-1DC46BEC6C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A70E0C-661E-5F4C-856A-2868FFB9F102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EA429-0D6E-6137-1969-5F54FBEEA7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D3B0E-3C27-761C-FD41-45576366EC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0FE9FE-FD1B-2B4A-8D68-FF88F2C60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329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8A9AE-2D29-91B1-A571-0DAC732F9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E1DEC-268A-416C-6A91-CA42C90FD2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7683" y="1041400"/>
            <a:ext cx="9916633" cy="2387600"/>
          </a:xfrm>
        </p:spPr>
        <p:txBody>
          <a:bodyPr>
            <a:normAutofit/>
          </a:bodyPr>
          <a:lstStyle/>
          <a:p>
            <a:r>
              <a:rPr lang="en-US" b="1" dirty="0"/>
              <a:t> </a:t>
            </a:r>
            <a:r>
              <a:rPr lang="en-US" altLang="zh-CN" dirty="0"/>
              <a:t>Probability</a:t>
            </a:r>
            <a:r>
              <a:rPr lang="zh-CN" altLang="en-US" dirty="0"/>
              <a:t> </a:t>
            </a:r>
            <a:r>
              <a:rPr lang="en-US" altLang="zh-CN" dirty="0"/>
              <a:t>Distributions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Continuous</a:t>
            </a:r>
            <a:r>
              <a:rPr lang="zh-CN" altLang="en-US" dirty="0"/>
              <a:t> </a:t>
            </a:r>
            <a:r>
              <a:rPr lang="en-US" altLang="zh-CN" dirty="0"/>
              <a:t>Random</a:t>
            </a:r>
            <a:r>
              <a:rPr lang="zh-CN" altLang="en-US" dirty="0"/>
              <a:t> </a:t>
            </a:r>
            <a:r>
              <a:rPr lang="en-US" altLang="zh-CN" dirty="0"/>
              <a:t>Variables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451645-1711-E260-8D80-C50011B46A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err="1"/>
              <a:t>Chpt</a:t>
            </a:r>
            <a:r>
              <a:rPr lang="zh-CN" altLang="en-US" dirty="0"/>
              <a:t> </a:t>
            </a:r>
            <a:r>
              <a:rPr lang="en-US" altLang="zh-CN" dirty="0"/>
              <a:t>4.1-4.2</a:t>
            </a:r>
          </a:p>
          <a:p>
            <a:r>
              <a:rPr lang="en-US" altLang="zh-CN" dirty="0"/>
              <a:t>Stat</a:t>
            </a:r>
            <a:r>
              <a:rPr lang="zh-CN" altLang="en-US" dirty="0"/>
              <a:t> </a:t>
            </a:r>
            <a:r>
              <a:rPr lang="en-US" altLang="zh-CN" dirty="0"/>
              <a:t>511,</a:t>
            </a:r>
            <a:r>
              <a:rPr lang="zh-CN" altLang="en-US" dirty="0"/>
              <a:t> </a:t>
            </a:r>
            <a:r>
              <a:rPr lang="en-US" altLang="zh-CN" dirty="0"/>
              <a:t>Fall</a:t>
            </a:r>
            <a:r>
              <a:rPr lang="zh-CN" altLang="en-US" dirty="0"/>
              <a:t> </a:t>
            </a:r>
            <a:r>
              <a:rPr lang="en-US" altLang="zh-CN" dirty="0"/>
              <a:t>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805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F8163DAC-600C-D9E4-9E23-386D88D8F6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Continuous Random 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955" name="Rectangle 3">
                <a:extLst>
                  <a:ext uri="{FF2B5EF4-FFF2-40B4-BE49-F238E27FC236}">
                    <a16:creationId xmlns:a16="http://schemas.microsoft.com/office/drawing/2014/main" id="{06253B9F-F61E-65E0-58A8-8B4E09F0916B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44434" y="1540617"/>
                <a:ext cx="10515600" cy="500714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 </a:t>
                </a:r>
                <a:r>
                  <a:rPr lang="en-US" b="1" dirty="0"/>
                  <a:t>discrete random variable</a:t>
                </a:r>
                <a:r>
                  <a:rPr lang="en-US" dirty="0"/>
                  <a:t> takes values in a finite or countably infinite set</a:t>
                </a:r>
              </a:p>
              <a:p>
                <a:endParaRPr lang="en-US" altLang="en-US" dirty="0"/>
              </a:p>
              <a:p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continuous</a:t>
                </a:r>
                <a:r>
                  <a:rPr lang="zh-CN" altLang="en-US" dirty="0"/>
                  <a:t> </a:t>
                </a:r>
                <a:r>
                  <a:rPr lang="en-US" altLang="en-US" dirty="0"/>
                  <a:t>random variable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en-US" i="1" dirty="0"/>
                  <a:t> </a:t>
                </a:r>
                <a:r>
                  <a:rPr lang="en-US" dirty="0"/>
                  <a:t>models a quantity that can vary continuously over an interval</a:t>
                </a:r>
                <a:r>
                  <a:rPr lang="zh-CN" altLang="en-US" dirty="0"/>
                  <a:t> </a:t>
                </a:r>
                <a:r>
                  <a:rPr lang="en-US" altLang="en-US" dirty="0"/>
                  <a:t>or a union of disjoint intervals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real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line.</a:t>
                </a:r>
                <a:endParaRPr lang="en-US" dirty="0"/>
              </a:p>
              <a:p>
                <a:pPr lvl="1"/>
                <a:r>
                  <a:rPr lang="en-US" dirty="0"/>
                  <a:t>Example: The waiting time until the next customer arrives.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For a continuous random variable, we calculate probabilities over </a:t>
                </a:r>
                <a:r>
                  <a:rPr lang="en-US" b="1" dirty="0"/>
                  <a:t>intervals</a:t>
                </a:r>
                <a:r>
                  <a:rPr lang="en-US" altLang="zh-CN" b="1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125955" name="Rectangle 3">
                <a:extLst>
                  <a:ext uri="{FF2B5EF4-FFF2-40B4-BE49-F238E27FC236}">
                    <a16:creationId xmlns:a16="http://schemas.microsoft.com/office/drawing/2014/main" id="{06253B9F-F61E-65E0-58A8-8B4E09F091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44434" y="1540617"/>
                <a:ext cx="10515600" cy="5007140"/>
              </a:xfrm>
              <a:blipFill>
                <a:blip r:embed="rId2"/>
                <a:stretch>
                  <a:fillRect l="-1043" t="-2192" r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89285A63-1D76-1976-E7D0-113661AEE2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Example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Water</a:t>
            </a:r>
            <a:r>
              <a:rPr lang="zh-CN" altLang="en-US" dirty="0"/>
              <a:t> </a:t>
            </a:r>
            <a:r>
              <a:rPr lang="en-US" altLang="zh-CN" dirty="0"/>
              <a:t>Depth</a:t>
            </a:r>
            <a:endParaRPr lang="en-US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5174" name="Rectangle 6">
                <a:extLst>
                  <a:ext uri="{FF2B5EF4-FFF2-40B4-BE49-F238E27FC236}">
                    <a16:creationId xmlns:a16="http://schemas.microsoft.com/office/drawing/2014/main" id="{6650F424-5BB9-E1F7-0EFD-DE9E8E87331A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A researcher studying lake ecology selects a location at random within a region of the lake.</a:t>
                </a:r>
                <a:endParaRPr lang="en-US" altLang="en-US" dirty="0"/>
              </a:p>
              <a:p>
                <a:pPr marL="0" indent="0">
                  <a:buNone/>
                </a:pPr>
                <a:r>
                  <a:rPr lang="en-US" altLang="zh-CN" dirty="0"/>
                  <a:t>Let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denote the water depth, in meters, at the selected location.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continuous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random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variable</a:t>
                </a:r>
              </a:p>
              <a:p>
                <a:pPr lvl="1"/>
                <a:r>
                  <a:rPr lang="en-US" dirty="0"/>
                  <a:t>Suppose depths range continuously from </a:t>
                </a:r>
                <a14:m>
                  <m:oMath xmlns:m="http://schemas.openxmlformats.org/officeDocument/2006/math">
                    <m:r>
                      <a:rPr lang="en-US"/>
                      <m:t>0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dirty="0"/>
                  <a:t>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dirty="0"/>
                  <a:t>meters.</a:t>
                </a:r>
              </a:p>
              <a:p>
                <a:pPr marL="0" indent="0">
                  <a:buNone/>
                </a:pPr>
                <a:r>
                  <a:rPr lang="en-US" dirty="0"/>
                  <a:t>For example, we might ask:</a:t>
                </a:r>
              </a:p>
              <a:p>
                <a:r>
                  <a:rPr lang="en-US" dirty="0"/>
                  <a:t>What is the probability that the selected location is between 2 and 3 meters deep?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(2&lt;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&lt;3)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135174" name="Rectangle 6">
                <a:extLst>
                  <a:ext uri="{FF2B5EF4-FFF2-40B4-BE49-F238E27FC236}">
                    <a16:creationId xmlns:a16="http://schemas.microsoft.com/office/drawing/2014/main" id="{6650F424-5BB9-E1F7-0EFD-DE9E8E8733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AF7A2-7E8C-3720-6C0B-99277C475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190947-E45D-907E-29C1-A4251A39E4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en-US" dirty="0"/>
                  <a:t>If we “discretize”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en-US" i="1" dirty="0"/>
                  <a:t> </a:t>
                </a:r>
                <a:r>
                  <a:rPr lang="en-US" altLang="en-US" dirty="0"/>
                  <a:t>by measuring depth to the nearest meter, then possible values are nonnegative integers less than or equal to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.</a:t>
                </a:r>
              </a:p>
              <a:p>
                <a:r>
                  <a:rPr lang="en-US" altLang="en-US" dirty="0"/>
                  <a:t>The resulting discrete distribution of depth can be pictured using a probability histogram.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190947-E45D-907E-29C1-A4251A39E4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 r="-2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3122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09E5DDD7-AE88-AE59-F17C-BC89C928C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Histogram</a:t>
            </a:r>
            <a:endParaRPr lang="en-US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2339" name="Rectangle 3">
                <a:extLst>
                  <a:ext uri="{FF2B5EF4-FFF2-40B4-BE49-F238E27FC236}">
                    <a16:creationId xmlns:a16="http://schemas.microsoft.com/office/drawing/2014/main" id="{A934F9CD-0B45-40D5-AED9-7E96DF4DA1FE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44433" y="1540617"/>
                <a:ext cx="10810009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en-US" dirty="0"/>
                  <a:t>If we draw the histogram so that the area of the rectangle above any possible integer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en-US" i="1" dirty="0"/>
                  <a:t> </a:t>
                </a:r>
                <a:r>
                  <a:rPr lang="en-US" altLang="en-US" dirty="0"/>
                  <a:t>is the proportion of the lake whose depth is (to the nearest meter)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en-US" dirty="0"/>
                  <a:t>, then the total area of all rectangles is 1. </a:t>
                </a:r>
              </a:p>
            </p:txBody>
          </p:sp>
        </mc:Choice>
        <mc:Fallback xmlns="">
          <p:sp>
            <p:nvSpPr>
              <p:cNvPr id="142339" name="Rectangle 3">
                <a:extLst>
                  <a:ext uri="{FF2B5EF4-FFF2-40B4-BE49-F238E27FC236}">
                    <a16:creationId xmlns:a16="http://schemas.microsoft.com/office/drawing/2014/main" id="{A934F9CD-0B45-40D5-AED9-7E96DF4DA1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44433" y="1540617"/>
                <a:ext cx="10810009" cy="4351338"/>
              </a:xfrm>
              <a:blipFill>
                <a:blip r:embed="rId2"/>
                <a:stretch>
                  <a:fillRect l="-1128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2340" name="Picture 4">
            <a:extLst>
              <a:ext uri="{FF2B5EF4-FFF2-40B4-BE49-F238E27FC236}">
                <a16:creationId xmlns:a16="http://schemas.microsoft.com/office/drawing/2014/main" id="{BFE72CF8-8DC5-E51F-7315-98B402C70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195"/>
          <a:stretch>
            <a:fillRect/>
          </a:stretch>
        </p:blipFill>
        <p:spPr bwMode="auto">
          <a:xfrm>
            <a:off x="2868193" y="2917005"/>
            <a:ext cx="4778262" cy="3072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2342" name="Rectangle 6">
            <a:extLst>
              <a:ext uri="{FF2B5EF4-FFF2-40B4-BE49-F238E27FC236}">
                <a16:creationId xmlns:a16="http://schemas.microsoft.com/office/drawing/2014/main" id="{91052638-B357-BE0F-FCFF-23FD66D75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9517" y="5989842"/>
            <a:ext cx="645561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Probability histogram of depth measured to the nearest meter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>
            <a:extLst>
              <a:ext uri="{FF2B5EF4-FFF2-40B4-BE49-F238E27FC236}">
                <a16:creationId xmlns:a16="http://schemas.microsoft.com/office/drawing/2014/main" id="{980DEF9B-2180-E21B-2F12-748B7A61E8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Histogram</a:t>
            </a:r>
            <a:r>
              <a:rPr lang="zh-CN" altLang="en-US" dirty="0"/>
              <a:t> </a:t>
            </a:r>
            <a:r>
              <a:rPr lang="en-US" altLang="zh-CN" dirty="0"/>
              <a:t>Cont.</a:t>
            </a:r>
            <a:endParaRPr lang="en-US" altLang="en-US" dirty="0"/>
          </a:p>
        </p:txBody>
      </p:sp>
      <p:sp>
        <p:nvSpPr>
          <p:cNvPr id="143363" name="Rectangle 3">
            <a:extLst>
              <a:ext uri="{FF2B5EF4-FFF2-40B4-BE49-F238E27FC236}">
                <a16:creationId xmlns:a16="http://schemas.microsoft.com/office/drawing/2014/main" id="{E0612354-5EB8-9CCC-B906-AA3457B5C6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4433" y="1540617"/>
            <a:ext cx="11218223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/>
              <a:t>If depth is measured much more accurately, each rectangle in the resulting probability histogram is much narrower, though the total area of all rectangles is still 1. </a:t>
            </a:r>
          </a:p>
        </p:txBody>
      </p:sp>
      <p:pic>
        <p:nvPicPr>
          <p:cNvPr id="143367" name="Picture 7">
            <a:extLst>
              <a:ext uri="{FF2B5EF4-FFF2-40B4-BE49-F238E27FC236}">
                <a16:creationId xmlns:a16="http://schemas.microsoft.com/office/drawing/2014/main" id="{A442F2DD-DE89-84F1-B2B0-02ED52CB4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102"/>
          <a:stretch>
            <a:fillRect/>
          </a:stretch>
        </p:blipFill>
        <p:spPr bwMode="auto">
          <a:xfrm>
            <a:off x="3352800" y="3025981"/>
            <a:ext cx="5101998" cy="3144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369" name="Rectangle 9">
            <a:extLst>
              <a:ext uri="{FF2B5EF4-FFF2-40B4-BE49-F238E27FC236}">
                <a16:creationId xmlns:a16="http://schemas.microsoft.com/office/drawing/2014/main" id="{31701239-CD91-29CF-3C24-534DFD6C23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3348" y="6170932"/>
            <a:ext cx="730530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Probability histogram of depth measured to the nearest centimeter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>
            <a:extLst>
              <a:ext uri="{FF2B5EF4-FFF2-40B4-BE49-F238E27FC236}">
                <a16:creationId xmlns:a16="http://schemas.microsoft.com/office/drawing/2014/main" id="{76BF08A6-6763-AAAA-222A-34AD59F141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Histogram</a:t>
            </a:r>
            <a:r>
              <a:rPr lang="zh-CN" altLang="en-US" dirty="0"/>
              <a:t> </a:t>
            </a:r>
            <a:r>
              <a:rPr lang="en-US" altLang="zh-CN" dirty="0"/>
              <a:t>Cont.</a:t>
            </a:r>
            <a:endParaRPr lang="en-US" altLang="en-US" dirty="0"/>
          </a:p>
        </p:txBody>
      </p:sp>
      <p:sp>
        <p:nvSpPr>
          <p:cNvPr id="144387" name="Rectangle 3">
            <a:extLst>
              <a:ext uri="{FF2B5EF4-FFF2-40B4-BE49-F238E27FC236}">
                <a16:creationId xmlns:a16="http://schemas.microsoft.com/office/drawing/2014/main" id="{27DAFA2E-7E35-99F5-18C6-3E2169C109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/>
              <a:t>If we continue in this way to measure depth more and more finely, the resulting sequence of histograms approaches a smooth curve</a:t>
            </a:r>
          </a:p>
        </p:txBody>
      </p:sp>
      <p:pic>
        <p:nvPicPr>
          <p:cNvPr id="144388" name="Picture 4">
            <a:extLst>
              <a:ext uri="{FF2B5EF4-FFF2-40B4-BE49-F238E27FC236}">
                <a16:creationId xmlns:a16="http://schemas.microsoft.com/office/drawing/2014/main" id="{6500E3D5-4FC2-7489-9A1B-D2D5CE5CE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06"/>
          <a:stretch>
            <a:fillRect/>
          </a:stretch>
        </p:blipFill>
        <p:spPr bwMode="auto">
          <a:xfrm>
            <a:off x="2921680" y="2729295"/>
            <a:ext cx="5601834" cy="3761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4390" name="Rectangle 6">
            <a:extLst>
              <a:ext uri="{FF2B5EF4-FFF2-40B4-BE49-F238E27FC236}">
                <a16:creationId xmlns:a16="http://schemas.microsoft.com/office/drawing/2014/main" id="{7A7E9B7F-D54C-515E-3D7F-220A26BEC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3822" y="6306111"/>
            <a:ext cx="532969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 limit of a sequence of discrete histograms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>
            <a:extLst>
              <a:ext uri="{FF2B5EF4-FFF2-40B4-BE49-F238E27FC236}">
                <a16:creationId xmlns:a16="http://schemas.microsoft.com/office/drawing/2014/main" id="{FA93A062-997D-89F1-0478-DEAF5F30BB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2504" y="117167"/>
            <a:ext cx="11924310" cy="1325563"/>
          </a:xfrm>
        </p:spPr>
        <p:txBody>
          <a:bodyPr>
            <a:normAutofit/>
          </a:bodyPr>
          <a:lstStyle/>
          <a:p>
            <a:r>
              <a:rPr lang="en-US" altLang="en-US" dirty="0"/>
              <a:t>Probability Distributions for Continuous Variables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5411" name="Rectangle 3">
                <a:extLst>
                  <a:ext uri="{FF2B5EF4-FFF2-40B4-BE49-F238E27FC236}">
                    <a16:creationId xmlns:a16="http://schemas.microsoft.com/office/drawing/2014/main" id="{587A8929-FCAF-B5E0-95AB-03DEA89D36B5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en-US" dirty="0"/>
                  <a:t>Because for each histogram the total area of all rectangles equals 1, the total area under the smooth curve is also 1.</a:t>
                </a:r>
              </a:p>
              <a:p>
                <a:endParaRPr lang="en-US" altLang="en-US" dirty="0"/>
              </a:p>
              <a:p>
                <a:r>
                  <a:rPr lang="en-US" altLang="en-US" dirty="0"/>
                  <a:t>The probability that the depth at a randomly chosen point is between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en-US" dirty="0"/>
                  <a:t> and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en-US" dirty="0"/>
                  <a:t> is just the area under the smooth curve between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en-US" dirty="0"/>
                  <a:t> and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en-US" dirty="0"/>
                  <a:t>. </a:t>
                </a:r>
              </a:p>
              <a:p>
                <a:endParaRPr lang="en-US" altLang="en-US" dirty="0"/>
              </a:p>
              <a:p>
                <a:r>
                  <a:rPr lang="en-US" dirty="0"/>
                  <a:t>The probability that </a:t>
                </a:r>
                <a14:m>
                  <m:oMath xmlns:m="http://schemas.openxmlformats.org/officeDocument/2006/math">
                    <m:r>
                      <a:rPr lang="en-US" i="1"/>
                      <m:t>𝑋</m:t>
                    </m:r>
                  </m:oMath>
                </a14:m>
                <a:r>
                  <a:rPr lang="en-US" dirty="0"/>
                  <a:t> equals any specific value is </a:t>
                </a:r>
                <a:r>
                  <a:rPr lang="en-US" b="1" dirty="0"/>
                  <a:t>0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en-US" dirty="0"/>
              </a:p>
              <a:p>
                <a:endParaRPr lang="en-US" altLang="en-US" dirty="0"/>
              </a:p>
              <a:p>
                <a:pPr marL="0" indent="0">
                  <a:buNone/>
                </a:pPr>
                <a:endParaRPr lang="en-US" altLang="en-US" dirty="0"/>
              </a:p>
            </p:txBody>
          </p:sp>
        </mc:Choice>
        <mc:Fallback>
          <p:sp>
            <p:nvSpPr>
              <p:cNvPr id="145411" name="Rectangle 3">
                <a:extLst>
                  <a:ext uri="{FF2B5EF4-FFF2-40B4-BE49-F238E27FC236}">
                    <a16:creationId xmlns:a16="http://schemas.microsoft.com/office/drawing/2014/main" id="{587A8929-FCAF-B5E0-95AB-03DEA89D36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>
            <a:extLst>
              <a:ext uri="{FF2B5EF4-FFF2-40B4-BE49-F238E27FC236}">
                <a16:creationId xmlns:a16="http://schemas.microsoft.com/office/drawing/2014/main" id="{140BB03A-DCC7-A780-9EB2-230E3EE212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2504" y="117167"/>
            <a:ext cx="12049496" cy="1325563"/>
          </a:xfrm>
        </p:spPr>
        <p:txBody>
          <a:bodyPr>
            <a:normAutofit/>
          </a:bodyPr>
          <a:lstStyle/>
          <a:p>
            <a:r>
              <a:rPr lang="en-US" altLang="en-US" dirty="0"/>
              <a:t>Probability Distributions for Continuous Variables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6435" name="Rectangle 3">
                <a:extLst>
                  <a:ext uri="{FF2B5EF4-FFF2-40B4-BE49-F238E27FC236}">
                    <a16:creationId xmlns:a16="http://schemas.microsoft.com/office/drawing/2014/main" id="{4E0872BE-E123-DB34-8E67-CE67A6589085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en-US" dirty="0"/>
                  <a:t>Then a </a:t>
                </a:r>
                <a:r>
                  <a:rPr lang="en-US" altLang="en-US" b="1" dirty="0"/>
                  <a:t>probability distribution </a:t>
                </a:r>
                <a:r>
                  <a:rPr lang="en-US" altLang="en-US" dirty="0"/>
                  <a:t>or </a:t>
                </a:r>
                <a:r>
                  <a:rPr lang="en-US" altLang="en-US" b="1" dirty="0"/>
                  <a:t>probability density function </a:t>
                </a:r>
                <a:r>
                  <a:rPr lang="en-US" altLang="en-US" dirty="0"/>
                  <a:t>(pdf) of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en-US" i="1" dirty="0"/>
                  <a:t> </a:t>
                </a:r>
                <a:r>
                  <a:rPr lang="en-US" altLang="en-US" dirty="0"/>
                  <a:t>is a function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en-US" sz="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dirty="0"/>
                  <a:t> such that for any two numbers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en-US" i="1" dirty="0"/>
                  <a:t> </a:t>
                </a:r>
                <a:r>
                  <a:rPr lang="en-US" altLang="en-US" dirty="0"/>
                  <a:t>and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en-US" i="1" dirty="0"/>
                  <a:t> </a:t>
                </a:r>
                <a:r>
                  <a:rPr lang="en-US" altLang="en-US" dirty="0"/>
                  <a:t>with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en-US" dirty="0"/>
                  <a:t>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en-US" sz="400" i="1" dirty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 ≤ </m:t>
                          </m:r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 ≤</m:t>
                          </m:r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en-US" dirty="0"/>
              </a:p>
            </p:txBody>
          </p:sp>
        </mc:Choice>
        <mc:Fallback>
          <p:sp>
            <p:nvSpPr>
              <p:cNvPr id="146435" name="Rectangle 3">
                <a:extLst>
                  <a:ext uri="{FF2B5EF4-FFF2-40B4-BE49-F238E27FC236}">
                    <a16:creationId xmlns:a16="http://schemas.microsoft.com/office/drawing/2014/main" id="{4E0872BE-E123-DB34-8E67-CE67A65890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206" t="-14535" r="-1448" b="-8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>
            <a:extLst>
              <a:ext uri="{FF2B5EF4-FFF2-40B4-BE49-F238E27FC236}">
                <a16:creationId xmlns:a16="http://schemas.microsoft.com/office/drawing/2014/main" id="{F2F2FACF-E434-B1A0-1EB7-D68B29EA17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2504" y="117167"/>
            <a:ext cx="11924310" cy="1325563"/>
          </a:xfrm>
        </p:spPr>
        <p:txBody>
          <a:bodyPr>
            <a:normAutofit/>
          </a:bodyPr>
          <a:lstStyle/>
          <a:p>
            <a:r>
              <a:rPr lang="en-US" altLang="en-US" dirty="0"/>
              <a:t>Probability Distributions for Continuous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459" name="Rectangle 3">
                <a:extLst>
                  <a:ext uri="{FF2B5EF4-FFF2-40B4-BE49-F238E27FC236}">
                    <a16:creationId xmlns:a16="http://schemas.microsoft.com/office/drawing/2014/main" id="{71F1518B-1803-21DD-2A74-E5D3A28041E9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44434" y="1540617"/>
                <a:ext cx="10515600" cy="5200216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en-US" sz="2400" dirty="0"/>
                  <a:t>That is, the probability that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en-US" sz="2400" dirty="0"/>
                  <a:t> takes on a value in the interval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2400" dirty="0"/>
                  <a:t> is the area above this interval and under the graph of the density function</a:t>
                </a:r>
                <a:r>
                  <a:rPr lang="en-US" altLang="zh-CN" sz="2400" dirty="0"/>
                  <a:t>.</a:t>
                </a:r>
                <a:endParaRPr lang="en-US" altLang="en-US" sz="2400" dirty="0"/>
              </a:p>
              <a:p>
                <a:endParaRPr lang="en-US" altLang="en-US" sz="2400" dirty="0"/>
              </a:p>
              <a:p>
                <a:endParaRPr lang="en-US" altLang="en-US" sz="2400" dirty="0"/>
              </a:p>
              <a:p>
                <a:endParaRPr lang="en-US" altLang="en-US" sz="2400" dirty="0"/>
              </a:p>
              <a:p>
                <a:endParaRPr lang="en-US" altLang="en-US" sz="2400" dirty="0"/>
              </a:p>
              <a:p>
                <a:endParaRPr lang="en-US" altLang="en-US" sz="2400" dirty="0"/>
              </a:p>
              <a:p>
                <a:endParaRPr lang="en-US" altLang="en-US" sz="2400" dirty="0"/>
              </a:p>
              <a:p>
                <a:pPr marL="0" indent="0">
                  <a:buNone/>
                </a:pPr>
                <a:endParaRPr lang="en-US" altLang="en-US" sz="2400" dirty="0"/>
              </a:p>
              <a:p>
                <a:pPr marL="0" indent="0">
                  <a:buNone/>
                </a:pPr>
                <a:endParaRPr lang="en-US" altLang="en-US" sz="2400" dirty="0"/>
              </a:p>
              <a:p>
                <a:pPr marL="0" indent="0">
                  <a:buNone/>
                </a:pPr>
                <a:r>
                  <a:rPr lang="en-US" altLang="en-US" sz="2400" dirty="0"/>
                  <a:t>The graph of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en-US" sz="2400" dirty="0"/>
                  <a:t>is often referred to as the density curve.</a:t>
                </a:r>
              </a:p>
            </p:txBody>
          </p:sp>
        </mc:Choice>
        <mc:Fallback xmlns="">
          <p:sp>
            <p:nvSpPr>
              <p:cNvPr id="147459" name="Rectangle 3">
                <a:extLst>
                  <a:ext uri="{FF2B5EF4-FFF2-40B4-BE49-F238E27FC236}">
                    <a16:creationId xmlns:a16="http://schemas.microsoft.com/office/drawing/2014/main" id="{71F1518B-1803-21DD-2A74-E5D3A28041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44434" y="1540617"/>
                <a:ext cx="10515600" cy="5200216"/>
              </a:xfrm>
              <a:blipFill>
                <a:blip r:embed="rId2"/>
                <a:stretch>
                  <a:fillRect l="-870" t="-1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7461" name="Picture 5">
            <a:extLst>
              <a:ext uri="{FF2B5EF4-FFF2-40B4-BE49-F238E27FC236}">
                <a16:creationId xmlns:a16="http://schemas.microsoft.com/office/drawing/2014/main" id="{72C5A543-3973-A403-B1BB-9A7EB950C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3041" y="2444386"/>
            <a:ext cx="7058386" cy="2995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7462" name="Rectangle 6">
                <a:extLst>
                  <a:ext uri="{FF2B5EF4-FFF2-40B4-BE49-F238E27FC236}">
                    <a16:creationId xmlns:a16="http://schemas.microsoft.com/office/drawing/2014/main" id="{9FD7E918-53EE-E363-A606-0D57314AE3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8250" y="5439564"/>
                <a:ext cx="7027821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 ≤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 &lt;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= the area under the density curve between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en-US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47462" name="Rectangle 6">
                <a:extLst>
                  <a:ext uri="{FF2B5EF4-FFF2-40B4-BE49-F238E27FC236}">
                    <a16:creationId xmlns:a16="http://schemas.microsoft.com/office/drawing/2014/main" id="{9FD7E918-53EE-E363-A606-0D57314AE3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8250" y="5439564"/>
                <a:ext cx="7027821" cy="369332"/>
              </a:xfrm>
              <a:prstGeom prst="rect">
                <a:avLst/>
              </a:prstGeom>
              <a:blipFill>
                <a:blip r:embed="rId4"/>
                <a:stretch>
                  <a:fillRect t="-6667" b="-266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>
            <a:extLst>
              <a:ext uri="{FF2B5EF4-FFF2-40B4-BE49-F238E27FC236}">
                <a16:creationId xmlns:a16="http://schemas.microsoft.com/office/drawing/2014/main" id="{C8506995-E465-9459-73D5-3B1A594C34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Property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PDF</a:t>
            </a:r>
            <a:endParaRPr lang="en-US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8487" name="Rectangle 7">
                <a:extLst>
                  <a:ext uri="{FF2B5EF4-FFF2-40B4-BE49-F238E27FC236}">
                    <a16:creationId xmlns:a16="http://schemas.microsoft.com/office/drawing/2014/main" id="{AED6107D-D9DF-3D50-6A61-EFE096F7A6C8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en-US" dirty="0"/>
                  <a:t>For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en-US" sz="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en-US" dirty="0"/>
                  <a:t>to be a legitimate pdf, it must satisfy the following two conditions:</a:t>
                </a:r>
              </a:p>
              <a:p>
                <a:pPr marL="0" indent="0">
                  <a:buNone/>
                </a:pPr>
                <a:endParaRPr lang="en-US" altLang="en-US" dirty="0"/>
              </a:p>
              <a:p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en-US" sz="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en-US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b="1" i="1" dirty="0">
                        <a:latin typeface="Cambria Math" panose="02040503050406030204" pitchFamily="18" charset="0"/>
                        <a:sym typeface="Symbol" pitchFamily="2" charset="2"/>
                      </a:rPr>
                      <m:t>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 0 </m:t>
                    </m:r>
                  </m:oMath>
                </a14:m>
                <a:r>
                  <a:rPr lang="en-US" altLang="en-US" dirty="0"/>
                  <a:t>for all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en-US" i="1" dirty="0"/>
              </a:p>
              <a:p>
                <a:endParaRPr lang="en-US" altLang="en-US" i="1" dirty="0"/>
              </a:p>
              <a:p>
                <a:pPr/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𝑎𝑟𝑒𝑎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𝑢𝑛𝑑𝑒𝑟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𝑒𝑛𝑡𝑖𝑟𝑒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𝑔𝑟𝑎𝑝h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endParaRPr lang="en-US" altLang="en-US" i="1" dirty="0"/>
              </a:p>
            </p:txBody>
          </p:sp>
        </mc:Choice>
        <mc:Fallback>
          <p:sp>
            <p:nvSpPr>
              <p:cNvPr id="148487" name="Rectangle 7">
                <a:extLst>
                  <a:ext uri="{FF2B5EF4-FFF2-40B4-BE49-F238E27FC236}">
                    <a16:creationId xmlns:a16="http://schemas.microsoft.com/office/drawing/2014/main" id="{AED6107D-D9DF-3D50-6A61-EFE096F7A6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4222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>
            <a:extLst>
              <a:ext uri="{FF2B5EF4-FFF2-40B4-BE49-F238E27FC236}">
                <a16:creationId xmlns:a16="http://schemas.microsoft.com/office/drawing/2014/main" id="{10420D19-6607-495B-D0DD-FEDCC21D14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Example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9507" name="Rectangle 3">
                <a:extLst>
                  <a:ext uri="{FF2B5EF4-FFF2-40B4-BE49-F238E27FC236}">
                    <a16:creationId xmlns:a16="http://schemas.microsoft.com/office/drawing/2014/main" id="{C8736A24-2923-2D93-0CC9-0E336B8D4DD9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noFill/>
            </p:spPr>
            <p:txBody>
              <a:bodyPr/>
              <a:lstStyle/>
              <a:p>
                <a:pPr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US" dirty="0"/>
                  <a:t>Spin the pointer on a fair spinner. Let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denote the angle, in degrees, where the pointer stops, measured clockwise from the top.</a:t>
                </a:r>
                <a:endParaRPr lang="en-US" altLang="en-US" dirty="0"/>
              </a:p>
              <a:p>
                <a:pPr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US" altLang="zh-CN" dirty="0"/>
                  <a:t>pdf</a:t>
                </a:r>
                <a:r>
                  <a:rPr lang="en-US" altLang="en-US" dirty="0"/>
                  <a:t> for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en-US" i="1" dirty="0"/>
                  <a:t> </a:t>
                </a:r>
                <a:r>
                  <a:rPr lang="en-US" altLang="en-US" dirty="0"/>
                  <a:t>is</a:t>
                </a:r>
              </a:p>
              <a:p>
                <a:pPr marL="0" indent="0">
                  <a:buNone/>
                  <a:tabLst>
                    <a:tab pos="457200" algn="l"/>
                    <a:tab pos="1371600" algn="l"/>
                    <a:tab pos="1547813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{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brk m:alnAt="7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brk m:alnAt="7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</m:den>
                            </m:f>
                            <m:r>
                              <m:rPr>
                                <m:brk m:alnAt="7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&lt;360</m:t>
                            </m:r>
                          </m:e>
                        </m:mr>
                        <m:m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𝑜𝑡h𝑒𝑟𝑤𝑖𝑠𝑒</m:t>
                            </m:r>
                          </m:e>
                        </m:mr>
                      </m:m>
                    </m:oMath>
                  </m:oMathPara>
                </a14:m>
                <a:endParaRPr lang="en-US" altLang="en-US" dirty="0"/>
              </a:p>
            </p:txBody>
          </p:sp>
        </mc:Choice>
        <mc:Fallback>
          <p:sp>
            <p:nvSpPr>
              <p:cNvPr id="149507" name="Rectangle 3">
                <a:extLst>
                  <a:ext uri="{FF2B5EF4-FFF2-40B4-BE49-F238E27FC236}">
                    <a16:creationId xmlns:a16="http://schemas.microsoft.com/office/drawing/2014/main" id="{C8736A24-2923-2D93-0CC9-0E336B8D4D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086" t="-2326" r="-1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>
            <a:extLst>
              <a:ext uri="{FF2B5EF4-FFF2-40B4-BE49-F238E27FC236}">
                <a16:creationId xmlns:a16="http://schemas.microsoft.com/office/drawing/2014/main" id="{1818B37D-8FB7-2D02-3044-76A9D1A951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Example </a:t>
            </a:r>
          </a:p>
        </p:txBody>
      </p:sp>
      <p:pic>
        <p:nvPicPr>
          <p:cNvPr id="153605" name="Picture 5">
            <a:extLst>
              <a:ext uri="{FF2B5EF4-FFF2-40B4-BE49-F238E27FC236}">
                <a16:creationId xmlns:a16="http://schemas.microsoft.com/office/drawing/2014/main" id="{C274F5D5-8764-BE89-D577-36518DFD8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67" y="2100943"/>
            <a:ext cx="6088778" cy="3156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07" name="Picture 7">
            <a:extLst>
              <a:ext uri="{FF2B5EF4-FFF2-40B4-BE49-F238E27FC236}">
                <a16:creationId xmlns:a16="http://schemas.microsoft.com/office/drawing/2014/main" id="{4CBAC05E-4A74-03A3-9F9B-B1177EC88C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9569" y="2100943"/>
            <a:ext cx="6392431" cy="3156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>
            <a:extLst>
              <a:ext uri="{FF2B5EF4-FFF2-40B4-BE49-F238E27FC236}">
                <a16:creationId xmlns:a16="http://schemas.microsoft.com/office/drawing/2014/main" id="{5F598D03-5246-296D-EBF0-B6827EFC05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6915" name="Rectangle 3">
                <a:extLst>
                  <a:ext uri="{FF2B5EF4-FFF2-40B4-BE49-F238E27FC236}">
                    <a16:creationId xmlns:a16="http://schemas.microsoft.com/office/drawing/2014/main" id="{2566F36D-6963-D2A7-0DB9-BB27BF9F38B5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85083" y="1516063"/>
                <a:ext cx="10515600" cy="4351338"/>
              </a:xfrm>
              <a:noFill/>
            </p:spPr>
            <p:txBody>
              <a:bodyPr/>
              <a:lstStyle/>
              <a:p>
                <a:pPr marL="0" indent="0">
                  <a:buNone/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US" altLang="en-US" dirty="0"/>
                  <a:t>Clearly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) ≥ 0</m:t>
                    </m:r>
                  </m:oMath>
                </a14:m>
                <a:r>
                  <a:rPr lang="en-US" altLang="en-US" dirty="0"/>
                  <a:t>. The area under the density curve</a:t>
                </a:r>
                <a:r>
                  <a:rPr lang="zh-CN" altLang="en-US" dirty="0"/>
                  <a:t> </a:t>
                </a:r>
                <a:r>
                  <a:rPr lang="en-US" altLang="en-US" dirty="0"/>
                  <a:t>is just the area of a rectangle:</a:t>
                </a:r>
              </a:p>
              <a:p>
                <a:pPr marL="0" indent="0">
                  <a:buNone/>
                  <a:tabLst>
                    <a:tab pos="457200" algn="l"/>
                    <a:tab pos="1371600" algn="l"/>
                    <a:tab pos="1547813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𝐻𝑒𝑖𝑔h𝑡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𝑏𝑎𝑠𝑒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360</m:t>
                          </m:r>
                        </m:den>
                      </m:f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360=1</m:t>
                      </m:r>
                    </m:oMath>
                  </m:oMathPara>
                </a14:m>
                <a:endParaRPr lang="en-US" altLang="en-US" dirty="0"/>
              </a:p>
              <a:p>
                <a:pPr marL="0" indent="0">
                  <a:buNone/>
                  <a:tabLst>
                    <a:tab pos="457200" algn="l"/>
                    <a:tab pos="1371600" algn="l"/>
                    <a:tab pos="1547813" algn="l"/>
                  </a:tabLst>
                </a:pPr>
                <a:endParaRPr lang="en-US" altLang="en-US" sz="1200" dirty="0"/>
              </a:p>
              <a:p>
                <a:pPr marL="0" indent="0">
                  <a:buNone/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US" altLang="en-US" dirty="0"/>
                  <a:t>The probability that the angle is between 90</a:t>
                </a:r>
                <a:r>
                  <a:rPr lang="en-US" altLang="en-US" b="1" dirty="0">
                    <a:sym typeface="Symbol" pitchFamily="2" charset="2"/>
                  </a:rPr>
                  <a:t></a:t>
                </a:r>
                <a:r>
                  <a:rPr lang="en-US" altLang="en-US" dirty="0"/>
                  <a:t> and 180</a:t>
                </a:r>
                <a:r>
                  <a:rPr lang="en-US" altLang="en-US" b="1" dirty="0">
                    <a:sym typeface="Symbol" pitchFamily="2" charset="2"/>
                  </a:rPr>
                  <a:t></a:t>
                </a:r>
                <a:r>
                  <a:rPr lang="en-US" altLang="en-US" dirty="0"/>
                  <a:t> is</a:t>
                </a:r>
              </a:p>
              <a:p>
                <a:pPr marL="0" indent="0">
                  <a:buNone/>
                  <a:tabLst>
                    <a:tab pos="457200" algn="l"/>
                    <a:tab pos="1371600" algn="l"/>
                    <a:tab pos="1547813" algn="l"/>
                  </a:tabLst>
                </a:pPr>
                <a:endParaRPr lang="en-US" altLang="en-US" dirty="0"/>
              </a:p>
              <a:p>
                <a:pPr marL="0" indent="0">
                  <a:buNone/>
                  <a:tabLst>
                    <a:tab pos="457200" algn="l"/>
                    <a:tab pos="1371600" algn="l"/>
                    <a:tab pos="1547813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90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≤180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180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360</m:t>
                              </m:r>
                            </m:den>
                          </m:f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360</m:t>
                          </m:r>
                        </m:den>
                      </m:f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=90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=180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=0.25</m:t>
                      </m:r>
                    </m:oMath>
                  </m:oMathPara>
                </a14:m>
                <a:endParaRPr lang="en-US" altLang="en-US" dirty="0"/>
              </a:p>
            </p:txBody>
          </p:sp>
        </mc:Choice>
        <mc:Fallback>
          <p:sp>
            <p:nvSpPr>
              <p:cNvPr id="166915" name="Rectangle 3">
                <a:extLst>
                  <a:ext uri="{FF2B5EF4-FFF2-40B4-BE49-F238E27FC236}">
                    <a16:creationId xmlns:a16="http://schemas.microsoft.com/office/drawing/2014/main" id="{2566F36D-6963-D2A7-0DB9-BB27BF9F38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85083" y="1516063"/>
                <a:ext cx="10515600" cy="4351338"/>
              </a:xfrm>
              <a:blipFill>
                <a:blip r:embed="rId2"/>
                <a:stretch>
                  <a:fillRect l="-1206" t="-2326" b="-456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B31A60D7-6C7E-3146-CEAF-526F1908C4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 sz="3800"/>
              <a:t>The Cumulative Distribution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1075" name="Rectangle 3">
                <a:extLst>
                  <a:ext uri="{FF2B5EF4-FFF2-40B4-BE49-F238E27FC236}">
                    <a16:creationId xmlns:a16="http://schemas.microsoft.com/office/drawing/2014/main" id="{2431D304-1D1C-7004-4866-77CF5E179975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noFill/>
            </p:spPr>
            <p:txBody>
              <a:bodyPr/>
              <a:lstStyle/>
              <a:p>
                <a:pPr marL="0" indent="0">
                  <a:buNone/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US" altLang="en-US" dirty="0"/>
                  <a:t>The </a:t>
                </a:r>
                <a:r>
                  <a:rPr lang="en-US" altLang="en-US" b="1" dirty="0"/>
                  <a:t>cumulative distribution function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dirty="0"/>
                  <a:t> for a continuous </a:t>
                </a:r>
                <a:r>
                  <a:rPr lang="en-US" altLang="zh-CN" dirty="0"/>
                  <a:t>random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variable</a:t>
                </a:r>
                <a:r>
                  <a:rPr lang="en-US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en-US" i="1" dirty="0"/>
                  <a:t> </a:t>
                </a:r>
                <a:r>
                  <a:rPr lang="en-US" altLang="en-US" dirty="0"/>
                  <a:t>is </a:t>
                </a:r>
                <a:r>
                  <a:rPr lang="en-US" altLang="zh-CN" dirty="0"/>
                  <a:t>defined</a:t>
                </a:r>
                <a:r>
                  <a:rPr lang="zh-CN" altLang="en-US" dirty="0"/>
                  <a:t> </a:t>
                </a:r>
                <a:r>
                  <a:rPr lang="en-US" altLang="en-US" dirty="0"/>
                  <a:t>by</a:t>
                </a:r>
              </a:p>
              <a:p>
                <a:pPr marL="0" indent="0">
                  <a:buNone/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US" altLang="en-US" i="1" dirty="0"/>
                  <a:t>                       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b="1" i="1" dirty="0">
                        <a:latin typeface="Cambria Math" panose="02040503050406030204" pitchFamily="18" charset="0"/>
                        <a:sym typeface="Symbol" pitchFamily="2" charset="2"/>
                      </a:rPr>
                      <m:t>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) =</m:t>
                    </m:r>
                    <m:nary>
                      <m:naryPr>
                        <m:ctrlPr>
                          <a:rPr lang="en-US" alt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𝑑𝑦</m:t>
                        </m:r>
                      </m:e>
                    </m:nary>
                  </m:oMath>
                </a14:m>
              </a:p>
              <a:p>
                <a:pPr marL="0" indent="0">
                  <a:buNone/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US" altLang="en-US" dirty="0"/>
                  <a:t>For each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en-US" dirty="0"/>
                  <a:t>,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dirty="0"/>
                  <a:t> is the area under the density curve to the left of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en-US" dirty="0"/>
                  <a:t>.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dirty="0"/>
                  <a:t> increases smoothly as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en-US" i="1" dirty="0"/>
                  <a:t> </a:t>
                </a:r>
                <a:r>
                  <a:rPr lang="en-US" altLang="en-US" dirty="0"/>
                  <a:t>increases.</a:t>
                </a:r>
              </a:p>
            </p:txBody>
          </p:sp>
        </mc:Choice>
        <mc:Fallback>
          <p:sp>
            <p:nvSpPr>
              <p:cNvPr id="131075" name="Rectangle 3">
                <a:extLst>
                  <a:ext uri="{FF2B5EF4-FFF2-40B4-BE49-F238E27FC236}">
                    <a16:creationId xmlns:a16="http://schemas.microsoft.com/office/drawing/2014/main" id="{2431D304-1D1C-7004-4866-77CF5E1799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206" t="-2326" r="-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076" name="Rectangle 4">
            <a:extLst>
              <a:ext uri="{FF2B5EF4-FFF2-40B4-BE49-F238E27FC236}">
                <a16:creationId xmlns:a16="http://schemas.microsoft.com/office/drawing/2014/main" id="{0766869A-D131-5F01-8354-D6C078349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131081" name="Picture 9">
            <a:extLst>
              <a:ext uri="{FF2B5EF4-FFF2-40B4-BE49-F238E27FC236}">
                <a16:creationId xmlns:a16="http://schemas.microsoft.com/office/drawing/2014/main" id="{8C77095F-D96C-E2D0-0863-0A917E75C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7845" y="4123954"/>
            <a:ext cx="7432519" cy="2616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D8AD2D0D-BE0E-10CF-2833-952B5CF290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2099" name="Rectangle 3">
                <a:extLst>
                  <a:ext uri="{FF2B5EF4-FFF2-40B4-BE49-F238E27FC236}">
                    <a16:creationId xmlns:a16="http://schemas.microsoft.com/office/drawing/2014/main" id="{CC1E35C3-A150-5537-78AA-759F7B3EEE90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93420" y="1244183"/>
                <a:ext cx="10515600" cy="4351338"/>
              </a:xfrm>
              <a:noFill/>
            </p:spPr>
            <p:txBody>
              <a:bodyPr/>
              <a:lstStyle/>
              <a:p>
                <a:pPr marL="0" indent="0">
                  <a:buNone/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US" altLang="en-US" dirty="0"/>
                  <a:t>Let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en-US" dirty="0"/>
                  <a:t>, the thickness of a certain metal sheet, have a uniform distribution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en-US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altLang="zh-CN" b="0" i="0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  <a:tabLst>
                    <a:tab pos="457200" algn="l"/>
                    <a:tab pos="1371600" algn="l"/>
                    <a:tab pos="1547813" algn="l"/>
                  </a:tabLst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altLang="en-US" dirty="0"/>
                  <a:t> </a:t>
                </a:r>
              </a:p>
              <a:p>
                <a:pPr marL="0" indent="0">
                  <a:buNone/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US" altLang="en-US" dirty="0"/>
                  <a:t>Find CDF of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altLang="en-US" dirty="0"/>
              </a:p>
            </p:txBody>
          </p:sp>
        </mc:Choice>
        <mc:Fallback>
          <p:sp>
            <p:nvSpPr>
              <p:cNvPr id="132099" name="Rectangle 3">
                <a:extLst>
                  <a:ext uri="{FF2B5EF4-FFF2-40B4-BE49-F238E27FC236}">
                    <a16:creationId xmlns:a16="http://schemas.microsoft.com/office/drawing/2014/main" id="{CC1E35C3-A150-5537-78AA-759F7B3EEE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93420" y="1244183"/>
                <a:ext cx="10515600" cy="4351338"/>
              </a:xfrm>
              <a:blipFill>
                <a:blip r:embed="rId2"/>
                <a:stretch>
                  <a:fillRect l="-1327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2105" name="Picture 9">
            <a:extLst>
              <a:ext uri="{FF2B5EF4-FFF2-40B4-BE49-F238E27FC236}">
                <a16:creationId xmlns:a16="http://schemas.microsoft.com/office/drawing/2014/main" id="{B9C9807D-28FB-B2A9-E843-9237FA54E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70" y="3438148"/>
            <a:ext cx="9540834" cy="3302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956E0C1C-4A10-E614-90AA-129B186EDE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3123" name="Rectangle 3">
                <a:extLst>
                  <a:ext uri="{FF2B5EF4-FFF2-40B4-BE49-F238E27FC236}">
                    <a16:creationId xmlns:a16="http://schemas.microsoft.com/office/drawing/2014/main" id="{A01E2355-9B67-51A7-C432-0AF3C882F065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54776" y="1442730"/>
                <a:ext cx="10515600" cy="4351338"/>
              </a:xfrm>
              <a:noFill/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US" altLang="en-US" dirty="0"/>
                  <a:t>For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 &lt;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en-US" dirty="0"/>
                  <a:t>,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) = 0</m:t>
                    </m:r>
                  </m:oMath>
                </a14:m>
                <a:r>
                  <a:rPr lang="en-US" altLang="en-US" dirty="0"/>
                  <a:t>, since there is no area under the graph of the density function to the left of such an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en-US" dirty="0"/>
                  <a:t>. </a:t>
                </a:r>
              </a:p>
              <a:p>
                <a:pPr>
                  <a:tabLst>
                    <a:tab pos="457200" algn="l"/>
                    <a:tab pos="1371600" algn="l"/>
                    <a:tab pos="1547813" algn="l"/>
                  </a:tabLst>
                </a:pPr>
                <a:endParaRPr lang="en-US" altLang="en-US" dirty="0"/>
              </a:p>
              <a:p>
                <a:pPr marL="0" indent="0">
                  <a:buNone/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US" altLang="en-US" dirty="0"/>
                  <a:t>For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b="1" i="1" dirty="0">
                        <a:latin typeface="Cambria Math" panose="02040503050406030204" pitchFamily="18" charset="0"/>
                        <a:sym typeface="Symbol" pitchFamily="2" charset="2"/>
                      </a:rPr>
                      <m:t>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en-US" dirty="0"/>
                  <a:t>,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) = 1</m:t>
                    </m:r>
                  </m:oMath>
                </a14:m>
                <a:r>
                  <a:rPr lang="en-US" altLang="en-US" dirty="0"/>
                  <a:t>, since all the area is accumulated to the left of such an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en-US" dirty="0"/>
                  <a:t>. </a:t>
                </a:r>
              </a:p>
              <a:p>
                <a:pPr marL="0" indent="0">
                  <a:buNone/>
                  <a:tabLst>
                    <a:tab pos="457200" algn="l"/>
                    <a:tab pos="1371600" algn="l"/>
                    <a:tab pos="1547813" algn="l"/>
                  </a:tabLst>
                </a:pPr>
                <a:endParaRPr lang="en-US" altLang="en-US" dirty="0"/>
              </a:p>
              <a:p>
                <a:pPr marL="0" indent="0">
                  <a:buNone/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US" altLang="en-US" dirty="0"/>
                  <a:t>Finally for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en-US" b="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sym typeface="Symbol" pitchFamily="2" charset="2"/>
                      </a:rPr>
                      <m:t>𝑏</m:t>
                    </m:r>
                  </m:oMath>
                </a14:m>
                <a:r>
                  <a:rPr lang="en-US" altLang="en-US" dirty="0"/>
                  <a:t>,</a:t>
                </a:r>
              </a:p>
              <a:p>
                <a:pPr>
                  <a:tabLst>
                    <a:tab pos="457200" algn="l"/>
                    <a:tab pos="1371600" algn="l"/>
                    <a:tab pos="1547813" algn="l"/>
                  </a:tabLst>
                </a:pPr>
                <a:endParaRPr lang="en-US" altLang="en-US" dirty="0"/>
              </a:p>
              <a:p>
                <a:pPr marL="0" indent="0">
                  <a:buNone/>
                  <a:tabLst>
                    <a:tab pos="457200" algn="l"/>
                    <a:tab pos="1371600" algn="l"/>
                    <a:tab pos="1547813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sSubSup>
                                <m:sSub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"/>
                                      <m:endChr m:val="|"/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/>
                                        <m:t>​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b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en-US" dirty="0"/>
              </a:p>
              <a:p>
                <a:pPr marL="0" indent="0">
                  <a:buNone/>
                  <a:tabLst>
                    <a:tab pos="457200" algn="l"/>
                    <a:tab pos="1371600" algn="l"/>
                    <a:tab pos="1547813" algn="l"/>
                  </a:tabLst>
                </a:pPr>
                <a:endParaRPr lang="en-US" altLang="en-US" dirty="0"/>
              </a:p>
            </p:txBody>
          </p:sp>
        </mc:Choice>
        <mc:Fallback>
          <p:sp>
            <p:nvSpPr>
              <p:cNvPr id="133123" name="Rectangle 3">
                <a:extLst>
                  <a:ext uri="{FF2B5EF4-FFF2-40B4-BE49-F238E27FC236}">
                    <a16:creationId xmlns:a16="http://schemas.microsoft.com/office/drawing/2014/main" id="{A01E2355-9B67-51A7-C432-0AF3C882F0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54776" y="1442730"/>
                <a:ext cx="10515600" cy="4351338"/>
              </a:xfrm>
              <a:blipFill>
                <a:blip r:embed="rId2"/>
                <a:stretch>
                  <a:fillRect l="-1206" t="-3198" b="-578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F4A69497-1426-F400-7B62-DBFF04360C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Example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4147" name="Rectangle 3">
                <a:extLst>
                  <a:ext uri="{FF2B5EF4-FFF2-40B4-BE49-F238E27FC236}">
                    <a16:creationId xmlns:a16="http://schemas.microsoft.com/office/drawing/2014/main" id="{C75F7237-E16B-4EAA-E3FD-6A7D265FAC3D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noFill/>
            </p:spPr>
            <p:txBody>
              <a:bodyPr/>
              <a:lstStyle/>
              <a:p>
                <a:pPr marL="0" indent="0">
                  <a:buNone/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US" altLang="en-US" dirty="0"/>
                  <a:t>The entire </a:t>
                </a:r>
                <a:r>
                  <a:rPr lang="en-US" altLang="en-US" dirty="0" err="1"/>
                  <a:t>cdf</a:t>
                </a:r>
                <a:r>
                  <a:rPr lang="en-US" altLang="en-US" dirty="0"/>
                  <a:t> is</a:t>
                </a:r>
              </a:p>
              <a:p>
                <a:pPr marL="0" indent="0">
                  <a:buNone/>
                  <a:tabLst>
                    <a:tab pos="457200" algn="l"/>
                    <a:tab pos="1371600" algn="l"/>
                    <a:tab pos="1547813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{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brk m:alnAt="7"/>
                              </m:rPr>
                              <a:rPr lang="zh-CN" alt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mr>
                        <m:mr>
                          <m:e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mr>
                        <m:m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</m:mr>
                      </m:m>
                    </m:oMath>
                  </m:oMathPara>
                </a14:m>
                <a:endParaRPr lang="en-US" altLang="en-US" dirty="0"/>
              </a:p>
            </p:txBody>
          </p:sp>
        </mc:Choice>
        <mc:Fallback>
          <p:sp>
            <p:nvSpPr>
              <p:cNvPr id="134147" name="Rectangle 3">
                <a:extLst>
                  <a:ext uri="{FF2B5EF4-FFF2-40B4-BE49-F238E27FC236}">
                    <a16:creationId xmlns:a16="http://schemas.microsoft.com/office/drawing/2014/main" id="{C75F7237-E16B-4EAA-E3FD-6A7D265FAC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4154" name="Picture 10">
            <a:extLst>
              <a:ext uri="{FF2B5EF4-FFF2-40B4-BE49-F238E27FC236}">
                <a16:creationId xmlns:a16="http://schemas.microsoft.com/office/drawing/2014/main" id="{04F0D32E-61DA-2D21-92C0-919064F6AB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7886" y="3721685"/>
            <a:ext cx="6335486" cy="3019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39266" name="Rectangle 2">
                <a:extLst>
                  <a:ext uri="{FF2B5EF4-FFF2-40B4-BE49-F238E27FC236}">
                    <a16:creationId xmlns:a16="http://schemas.microsoft.com/office/drawing/2014/main" id="{66D6E3AC-A31E-1DE5-BDD0-F75A9FC52D6C}"/>
                  </a:ext>
                </a:extLst>
              </p:cNvPr>
              <p:cNvSpPr>
                <a:spLocks noGrp="1" noChangeArrowheads="1"/>
              </p:cNvSpPr>
              <p:nvPr>
                <p:ph type="title"/>
              </p:nvPr>
            </p:nvSpPr>
            <p:spPr>
              <a:noFill/>
            </p:spPr>
            <p:txBody>
              <a:bodyPr/>
              <a:lstStyle/>
              <a:p>
                <a:r>
                  <a:rPr lang="en-US" altLang="en-US" dirty="0"/>
                  <a:t>Using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en-US" sz="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dirty="0"/>
                  <a:t> to Compute Probabilities</a:t>
                </a:r>
              </a:p>
            </p:txBody>
          </p:sp>
        </mc:Choice>
        <mc:Fallback>
          <p:sp>
            <p:nvSpPr>
              <p:cNvPr id="139266" name="Rectangle 2">
                <a:extLst>
                  <a:ext uri="{FF2B5EF4-FFF2-40B4-BE49-F238E27FC236}">
                    <a16:creationId xmlns:a16="http://schemas.microsoft.com/office/drawing/2014/main" id="{66D6E3AC-A31E-1DE5-BDD0-F75A9FC52D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9267" name="Rectangle 3">
                <a:extLst>
                  <a:ext uri="{FF2B5EF4-FFF2-40B4-BE49-F238E27FC236}">
                    <a16:creationId xmlns:a16="http://schemas.microsoft.com/office/drawing/2014/main" id="{D549FF28-50C4-7C36-6400-55A6D1144FFE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noFill/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US" altLang="en-US" dirty="0"/>
                  <a:t>Let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en-US" i="1" dirty="0"/>
                  <a:t> </a:t>
                </a:r>
                <a:r>
                  <a:rPr lang="en-US" altLang="en-US" dirty="0"/>
                  <a:t>be a continuous </a:t>
                </a:r>
                <a:r>
                  <a:rPr lang="en-US" altLang="zh-CN" dirty="0"/>
                  <a:t>random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variable</a:t>
                </a:r>
                <a:r>
                  <a:rPr lang="en-US" altLang="en-US" dirty="0"/>
                  <a:t> with pdf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en-US" sz="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dirty="0"/>
                  <a:t> and </a:t>
                </a:r>
                <a:r>
                  <a:rPr lang="en-US" altLang="en-US" dirty="0" err="1"/>
                  <a:t>cdf</a:t>
                </a:r>
                <a:r>
                  <a:rPr lang="en-US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en-US" sz="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dirty="0"/>
                  <a:t>. Then for any number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en-US" dirty="0"/>
                  <a:t>,</a:t>
                </a:r>
              </a:p>
              <a:p>
                <a:pPr marL="0" indent="0">
                  <a:lnSpc>
                    <a:spcPct val="120000"/>
                  </a:lnSpc>
                  <a:buNone/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US" altLang="en-US" i="1" dirty="0"/>
                  <a:t>                                  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 &gt; 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) = 1 – 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</a:p>
              <a:p>
                <a:pPr marL="0" indent="0">
                  <a:lnSpc>
                    <a:spcPct val="120000"/>
                  </a:lnSpc>
                  <a:buNone/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US" altLang="en-US" dirty="0"/>
                  <a:t>and for any two numbers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en-US" i="1" dirty="0"/>
                  <a:t> </a:t>
                </a:r>
                <a:r>
                  <a:rPr lang="en-US" altLang="en-US" dirty="0"/>
                  <a:t>and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en-US" i="1" dirty="0"/>
                  <a:t> </a:t>
                </a:r>
                <a:r>
                  <a:rPr lang="en-US" altLang="en-US" dirty="0"/>
                  <a:t>with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 &lt; 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en-US" dirty="0"/>
                  <a:t>,</a:t>
                </a:r>
              </a:p>
              <a:p>
                <a:pPr marL="0" indent="0">
                  <a:lnSpc>
                    <a:spcPct val="120000"/>
                  </a:lnSpc>
                  <a:buNone/>
                  <a:tabLst>
                    <a:tab pos="457200" algn="l"/>
                    <a:tab pos="1371600" algn="l"/>
                    <a:tab pos="1547813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b="1" i="1" dirty="0">
                          <a:latin typeface="Cambria Math" panose="02040503050406030204" pitchFamily="18" charset="0"/>
                          <a:sym typeface="Symbol" pitchFamily="2" charset="2"/>
                        </a:rPr>
                        <m:t>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b="1" i="1" dirty="0">
                          <a:latin typeface="Cambria Math" panose="02040503050406030204" pitchFamily="18" charset="0"/>
                          <a:sym typeface="Symbol" pitchFamily="2" charset="2"/>
                        </a:rPr>
                        <m:t>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) – 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39267" name="Rectangle 3">
                <a:extLst>
                  <a:ext uri="{FF2B5EF4-FFF2-40B4-BE49-F238E27FC236}">
                    <a16:creationId xmlns:a16="http://schemas.microsoft.com/office/drawing/2014/main" id="{D549FF28-50C4-7C36-6400-55A6D1144F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1206" t="-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7">
            <a:extLst>
              <a:ext uri="{FF2B5EF4-FFF2-40B4-BE49-F238E27FC236}">
                <a16:creationId xmlns:a16="http://schemas.microsoft.com/office/drawing/2014/main" id="{41406937-3B5C-D3A8-FB16-215DA6D83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04" y="4737923"/>
            <a:ext cx="12020289" cy="2002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7B5C4-98C7-A75E-9006-2C5203B52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Obtaining the PDF from CDF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704256-593E-3A8D-C04D-21EDF85C53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4434" y="1540617"/>
                <a:ext cx="10515600" cy="4892840"/>
              </a:xfrm>
            </p:spPr>
            <p:txBody>
              <a:bodyPr>
                <a:noAutofit/>
              </a:bodyPr>
              <a:lstStyle/>
              <a:p>
                <a:pPr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US" dirty="0"/>
                  <a:t>The CDF accumulates probability:</a:t>
                </a:r>
                <a:endParaRPr lang="en-US" altLang="en-US" dirty="0"/>
              </a:p>
              <a:p>
                <a:pPr marL="0" indent="0">
                  <a:buNone/>
                  <a:tabLst>
                    <a:tab pos="457200" algn="l"/>
                    <a:tab pos="1371600" algn="l"/>
                    <a:tab pos="1547813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b="1" i="1" dirty="0">
                          <a:latin typeface="Cambria Math" panose="02040503050406030204" pitchFamily="18" charset="0"/>
                          <a:sym typeface="Symbol" pitchFamily="2" charset="2"/>
                        </a:rPr>
                        <m:t>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) =</m:t>
                      </m:r>
                      <m:nary>
                        <m:nary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𝑑𝑦</m:t>
                          </m:r>
                        </m:e>
                      </m:nary>
                    </m:oMath>
                  </m:oMathPara>
                </a14:m>
                <a:endParaRPr lang="en-US" altLang="en-US" dirty="0"/>
              </a:p>
              <a:p>
                <a:pPr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US" dirty="0"/>
                  <a:t>To recover the PDF, </a:t>
                </a:r>
                <a:r>
                  <a:rPr lang="en-US" b="1" dirty="0"/>
                  <a:t>differentiate the CDF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  <a:tabLst>
                    <a:tab pos="457200" algn="l"/>
                    <a:tab pos="1371600" algn="l"/>
                    <a:tab pos="1547813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altLang="en-US" i="1" dirty="0"/>
              </a:p>
              <a:p>
                <a:pPr marL="0" indent="0">
                  <a:buNone/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US" altLang="en-US" dirty="0"/>
                  <a:t>	where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dirty="0"/>
                  <a:t> is differentiable at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en-US" dirty="0"/>
                  <a:t>.</a:t>
                </a:r>
              </a:p>
              <a:p>
                <a:pPr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US" b="1" dirty="0"/>
                  <a:t>Interpretation:</a:t>
                </a:r>
                <a:r>
                  <a:rPr lang="en-US" dirty="0"/>
                  <a:t> A steeper CDF indicates a higher probability density.</a:t>
                </a:r>
                <a:r>
                  <a:rPr lang="en-US" altLang="en-US" i="1" dirty="0"/>
                  <a:t>                                  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704256-593E-3A8D-C04D-21EDF85C53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4434" y="1540617"/>
                <a:ext cx="10515600" cy="4892840"/>
              </a:xfrm>
              <a:blipFill>
                <a:blip r:embed="rId2"/>
                <a:stretch>
                  <a:fillRect l="-1086" t="-295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10624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7B8F0-69B0-348F-6CB2-FAE2027EF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72334B-050E-C0E9-FE67-C315AF1D3F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has CDF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={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&lt;0</m:t>
                            </m:r>
                          </m:e>
                        </m:mr>
                        <m:m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0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≤1</m:t>
                            </m:r>
                          </m:e>
                        </m:mr>
                        <m:m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&gt;1</m:t>
                            </m:r>
                          </m:e>
                        </m:mr>
                      </m:m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Find the PDF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72334B-050E-C0E9-FE67-C315AF1D3F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43608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>
            <a:extLst>
              <a:ext uri="{FF2B5EF4-FFF2-40B4-BE49-F238E27FC236}">
                <a16:creationId xmlns:a16="http://schemas.microsoft.com/office/drawing/2014/main" id="{D3A2AEDA-E51C-6523-4A51-8B87CCCAC3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 sz="3600"/>
              <a:t>Percentiles of a Continuous Distribution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2579" name="Rectangle 3">
                <a:extLst>
                  <a:ext uri="{FF2B5EF4-FFF2-40B4-BE49-F238E27FC236}">
                    <a16:creationId xmlns:a16="http://schemas.microsoft.com/office/drawing/2014/main" id="{045975AB-DBC1-FA42-8BD0-E5E038E6D048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60762" y="1199967"/>
                <a:ext cx="10515600" cy="4351338"/>
              </a:xfrm>
              <a:noFill/>
            </p:spPr>
            <p:txBody>
              <a:bodyPr>
                <a:normAutofit/>
              </a:bodyPr>
              <a:lstStyle/>
              <a:p>
                <a:pPr marL="0" indent="0">
                  <a:buNone/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US" altLang="en-US" dirty="0"/>
                  <a:t>The </a:t>
                </a:r>
                <a:r>
                  <a:rPr lang="en-US" altLang="en-US" b="1" dirty="0"/>
                  <a:t>(</a:t>
                </a:r>
                <a14:m>
                  <m:oMath xmlns:m="http://schemas.openxmlformats.org/officeDocument/2006/math">
                    <m:r>
                      <a:rPr lang="en-US" altLang="en-US" b="1" i="1" dirty="0" smtClean="0">
                        <a:latin typeface="Cambria Math" panose="02040503050406030204" pitchFamily="18" charset="0"/>
                      </a:rPr>
                      <m:t>𝟏𝟎𝟎</m:t>
                    </m:r>
                    <m:r>
                      <a:rPr lang="en-US" altLang="en-US" b="1" i="1" dirty="0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altLang="en-US" dirty="0"/>
                  <a:t>)</a:t>
                </a:r>
                <a:r>
                  <a:rPr lang="en-US" altLang="en-US" b="1" dirty="0" err="1"/>
                  <a:t>th</a:t>
                </a:r>
                <a:r>
                  <a:rPr lang="en-US" altLang="en-US" b="1" dirty="0"/>
                  <a:t> percentile </a:t>
                </a:r>
                <a:r>
                  <a:rPr lang="en-US" altLang="en-US" dirty="0"/>
                  <a:t>of the distribution of a continuous </a:t>
                </a:r>
                <a:r>
                  <a:rPr lang="en-US" altLang="en-US" dirty="0" err="1"/>
                  <a:t>rv</a:t>
                </a:r>
                <a:r>
                  <a:rPr lang="en-US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en-US" dirty="0"/>
                  <a:t>, denoted by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sym typeface="Symbol" pitchFamily="2" charset="2"/>
                      </a:rPr>
                      <m:t>𝜂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sym typeface="Symbol" pitchFamily="2" charset="2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sym typeface="Symbol" pitchFamily="2" charset="2"/>
                      </a:rPr>
                      <m:t>𝑝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sym typeface="Symbol" pitchFamily="2" charset="2"/>
                      </a:rPr>
                      <m:t>)</m:t>
                    </m:r>
                  </m:oMath>
                </a14:m>
                <a:r>
                  <a:rPr lang="en-US" altLang="en-US" dirty="0"/>
                  <a:t>, is defined by</a:t>
                </a:r>
              </a:p>
              <a:p>
                <a:pPr marL="0" indent="0">
                  <a:buNone/>
                  <a:tabLst>
                    <a:tab pos="457200" algn="l"/>
                    <a:tab pos="1371600" algn="l"/>
                    <a:tab pos="1547813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  <m:d>
                            <m:dPr>
                              <m:ctrlPr>
                                <a:rPr lang="en-US" alt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</m:d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en-US" dirty="0"/>
              </a:p>
              <a:p>
                <a:pPr marL="0" indent="0">
                  <a:buNone/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US" altLang="en-US" dirty="0"/>
                  <a:t>Equivalently</a:t>
                </a:r>
              </a:p>
              <a:p>
                <a:pPr marL="0" indent="0">
                  <a:buNone/>
                  <a:tabLst>
                    <a:tab pos="457200" algn="l"/>
                    <a:tab pos="1371600" algn="l"/>
                    <a:tab pos="1547813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0&lt;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&lt;1</m:t>
                      </m:r>
                    </m:oMath>
                  </m:oMathPara>
                </a14:m>
                <a:endParaRPr lang="en-US" altLang="en-US" dirty="0"/>
              </a:p>
              <a:p>
                <a:pPr marL="0" indent="0">
                  <a:buNone/>
                  <a:tabLst>
                    <a:tab pos="457200" algn="l"/>
                    <a:tab pos="1371600" algn="l"/>
                    <a:tab pos="1547813" algn="l"/>
                  </a:tabLst>
                </a:pPr>
                <a:endParaRPr lang="en-US" altLang="en-US" dirty="0"/>
              </a:p>
            </p:txBody>
          </p:sp>
        </mc:Choice>
        <mc:Fallback>
          <p:sp>
            <p:nvSpPr>
              <p:cNvPr id="152579" name="Rectangle 3">
                <a:extLst>
                  <a:ext uri="{FF2B5EF4-FFF2-40B4-BE49-F238E27FC236}">
                    <a16:creationId xmlns:a16="http://schemas.microsoft.com/office/drawing/2014/main" id="{045975AB-DBC1-FA42-8BD0-E5E038E6D0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60762" y="1199967"/>
                <a:ext cx="10515600" cy="4351338"/>
              </a:xfrm>
              <a:blipFill>
                <a:blip r:embed="rId2"/>
                <a:stretch>
                  <a:fillRect l="-1206" t="-2326" b="-20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7">
            <a:extLst>
              <a:ext uri="{FF2B5EF4-FFF2-40B4-BE49-F238E27FC236}">
                <a16:creationId xmlns:a16="http://schemas.microsoft.com/office/drawing/2014/main" id="{564B45A8-CB99-0523-9EBE-8374FE7E5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638" y="3981304"/>
            <a:ext cx="8677777" cy="2759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9DFAF-4243-9E20-C8B7-519843A51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2C1CD5-46C9-668C-A2E7-2AF90F0D62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dirty="0"/>
                  <a:t>be the proportion of battery remaining on a student’s phone at the end of the day.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={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0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≤1</m:t>
                            </m:r>
                          </m:e>
                        </m:mr>
                        <m:m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𝑜𝑡h𝑒𝑟𝑤𝑖𝑠𝑒</m:t>
                            </m:r>
                          </m:e>
                        </m:mr>
                      </m:m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What is the 50th percentile of </a:t>
                </a:r>
                <a14:m>
                  <m:oMath xmlns:m="http://schemas.openxmlformats.org/officeDocument/2006/math">
                    <m:r>
                      <a:rPr lang="en-US" b="0" i="1"/>
                      <m:t>𝑋</m:t>
                    </m:r>
                  </m:oMath>
                </a14:m>
                <a:r>
                  <a:rPr lang="en-US" dirty="0"/>
                  <a:t>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2C1CD5-46C9-668C-A2E7-2AF90F0D62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r="-1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57160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42375-E02E-81D5-69A2-06AA682DD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3793FA-BC76-8E3E-862A-03863BFF65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Finding CDF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3793FA-BC76-8E3E-862A-03863BFF65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48336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FE4BC-7AFF-080A-408F-4B5DB8373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4566C2-3DC5-0671-8D77-9178FEF0A3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Finding the 50th Percentile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0.5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Then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Solving numerically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[0,1]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≈0.347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There is a </a:t>
                </a:r>
                <a:r>
                  <a:rPr lang="en-US" b="1" dirty="0"/>
                  <a:t>50% probability</a:t>
                </a:r>
                <a:r>
                  <a:rPr lang="en-US" dirty="0"/>
                  <a:t> that the remaining battery is below approximately </a:t>
                </a:r>
                <a:r>
                  <a:rPr lang="en-US" b="1" dirty="0"/>
                  <a:t>34.7%</a:t>
                </a:r>
                <a:r>
                  <a:rPr lang="en-US" dirty="0"/>
                  <a:t>, and a 50% probability that it is above this value.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4566C2-3DC5-0671-8D77-9178FEF0A3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b="-2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72736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675C0-B838-04CE-2CD0-6E26103EA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5C1FB9-392D-40BC-8408-A831DE48F9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en-US" dirty="0"/>
                  <a:t>The </a:t>
                </a:r>
                <a:r>
                  <a:rPr lang="en-US" altLang="en-US" b="1" dirty="0"/>
                  <a:t>median </a:t>
                </a:r>
                <a:r>
                  <a:rPr lang="en-US" altLang="en-US" dirty="0"/>
                  <a:t>of a continuous distribution, denoted by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acc>
                  </m:oMath>
                </a14:m>
                <a:r>
                  <a:rPr lang="en-US" altLang="en-US" dirty="0"/>
                  <a:t>, is the 50th percentile, so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acc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en-US" dirty="0"/>
                  <a:t>satisfies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r>
                  <a:rPr lang="en-US" dirty="0"/>
                  <a:t>If the pdf is </a:t>
                </a:r>
                <a:r>
                  <a:rPr lang="en-US" b="1" dirty="0"/>
                  <a:t>symmetric about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a median: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alt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5C1FB9-392D-40BC-8408-A831DE48F9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3">
            <a:extLst>
              <a:ext uri="{FF2B5EF4-FFF2-40B4-BE49-F238E27FC236}">
                <a16:creationId xmlns:a16="http://schemas.microsoft.com/office/drawing/2014/main" id="{D7541E68-64EB-8DB4-5C82-BEF2DDFDEF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590" y="3763712"/>
            <a:ext cx="11461976" cy="2424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50875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E809D-78D8-AA6F-34DC-219BEFFEC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Expectation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Continuous</a:t>
            </a:r>
            <a:r>
              <a:rPr lang="zh-CN" altLang="en-US" dirty="0"/>
              <a:t> </a:t>
            </a:r>
            <a:r>
              <a:rPr lang="en-US" altLang="zh-CN" dirty="0"/>
              <a:t>RV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B8816E-75DF-FF42-8C14-F6BB5FA4EB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expected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mean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value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of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continuous</a:t>
                </a:r>
                <a:r>
                  <a:rPr lang="zh-CN" altLang="en-US" dirty="0"/>
                  <a:t> </a:t>
                </a:r>
                <a:r>
                  <a:rPr lang="en-US" altLang="zh-CN" dirty="0" err="1"/>
                  <a:t>rv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with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pdf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</a:t>
                </a:r>
                <a:r>
                  <a:rPr lang="zh-CN" altLang="en-US" dirty="0"/>
                  <a:t> 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𝑥𝑓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B8816E-75DF-FF42-8C14-F6BB5FA4EB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33140" r="-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67960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0BFBA-69FF-D799-ABEE-4ADFCE34F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1310F1-A8A0-8A22-2439-925FEC244C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dirty="0"/>
                  <a:t>be the proportion of battery remaining on a student’s phone at the end of the day.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={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0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≤1</m:t>
                            </m:r>
                          </m:e>
                        </m:mr>
                        <m:m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𝑜𝑡h𝑒𝑟𝑤𝑖𝑠𝑒</m:t>
                            </m:r>
                          </m:e>
                        </m:mr>
                      </m:m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What is the expected proportion of battery remaining?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1310F1-A8A0-8A22-2439-925FEC244C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2326" r="-1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91055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3CE3C-BE9D-39B5-5656-1242BA266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Expectation of Function of Continuous RV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875410-4386-451B-1993-C8C19C11C7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a continuous RV with pdf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any function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, then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875410-4386-451B-1993-C8C19C11C7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4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63649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48649-C3F0-D68A-3D94-2BD0E267B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D2AA1D-1A2D-DA5D-A663-AA163F9125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151515"/>
                    </a:solidFill>
                    <a:ea typeface="Bitstream Charter"/>
                    <a:cs typeface="Arial" panose="020B0604020202020204" pitchFamily="34" charset="0"/>
                  </a:rPr>
                  <a:t>Two species share all of a limited resource in a region. Let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151515"/>
                        </a:solidFill>
                        <a:latin typeface="Cambria Math" panose="02040503050406030204" pitchFamily="18" charset="0"/>
                        <a:ea typeface="Bitstream Charter"/>
                        <a:cs typeface="Arial" panose="020B0604020202020204" pitchFamily="34" charset="0"/>
                      </a:rPr>
                      <m:t> </m:t>
                    </m:r>
                    <m:r>
                      <a:rPr lang="en-US" i="1" dirty="0" smtClean="0">
                        <a:solidFill>
                          <a:srgbClr val="151515"/>
                        </a:solidFill>
                        <a:latin typeface="Cambria Math" panose="02040503050406030204" pitchFamily="18" charset="0"/>
                        <a:ea typeface="Bitstream Charter"/>
                        <a:cs typeface="Arial" panose="020B0604020202020204" pitchFamily="34" charset="0"/>
                      </a:rPr>
                      <m:t>𝑋</m:t>
                    </m:r>
                    <m:r>
                      <a:rPr lang="en-US" i="1" dirty="0" smtClean="0">
                        <a:solidFill>
                          <a:srgbClr val="151515"/>
                        </a:solidFill>
                        <a:latin typeface="Cambria Math" panose="02040503050406030204" pitchFamily="18" charset="0"/>
                        <a:ea typeface="Bitstream Charter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151515"/>
                    </a:solidFill>
                    <a:ea typeface="Bitstream Charter"/>
                    <a:cs typeface="Arial" panose="020B0604020202020204" pitchFamily="34" charset="0"/>
                  </a:rPr>
                  <a:t>be the proportion controlled by species 1. Species 2 controls the remaining proportion,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151515"/>
                        </a:solidFill>
                        <a:latin typeface="Cambria Math" panose="02040503050406030204" pitchFamily="18" charset="0"/>
                        <a:ea typeface="Bitstream Charter"/>
                        <a:cs typeface="Arial" panose="020B0604020202020204" pitchFamily="34" charset="0"/>
                      </a:rPr>
                      <m:t>1 − </m:t>
                    </m:r>
                    <m:r>
                      <a:rPr lang="en-US" i="1" dirty="0" smtClean="0">
                        <a:solidFill>
                          <a:srgbClr val="151515"/>
                        </a:solidFill>
                        <a:latin typeface="Cambria Math" panose="02040503050406030204" pitchFamily="18" charset="0"/>
                        <a:ea typeface="Bitstream Charter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en-US" dirty="0">
                    <a:solidFill>
                      <a:srgbClr val="151515"/>
                    </a:solidFill>
                    <a:ea typeface="Bitstream Charter"/>
                    <a:cs typeface="Arial" panose="020B0604020202020204" pitchFamily="34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151515"/>
                    </a:solidFill>
                    <a:ea typeface="Bitstream Charter"/>
                    <a:cs typeface="Arial" panose="020B0604020202020204" pitchFamily="34" charset="0"/>
                  </a:rPr>
                  <a:t>Assume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151515"/>
                        </a:solidFill>
                        <a:latin typeface="Cambria Math" panose="02040503050406030204" pitchFamily="18" charset="0"/>
                        <a:ea typeface="Bitstream Charter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en-US" dirty="0">
                    <a:solidFill>
                      <a:srgbClr val="151515"/>
                    </a:solidFill>
                    <a:ea typeface="Bitstream Charter"/>
                    <a:cs typeface="Arial" panose="020B0604020202020204" pitchFamily="34" charset="0"/>
                  </a:rPr>
                  <a:t> is uniformly distributed on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151515"/>
                        </a:solidFill>
                        <a:latin typeface="Cambria Math" panose="02040503050406030204" pitchFamily="18" charset="0"/>
                        <a:ea typeface="Bitstream Charter"/>
                        <a:cs typeface="Arial" panose="020B0604020202020204" pitchFamily="34" charset="0"/>
                      </a:rPr>
                      <m:t>[0, 1]</m:t>
                    </m:r>
                  </m:oMath>
                </a14:m>
                <a:r>
                  <a:rPr lang="en-US" dirty="0">
                    <a:solidFill>
                      <a:srgbClr val="151515"/>
                    </a:solidFill>
                    <a:ea typeface="Bitstream Charter"/>
                    <a:cs typeface="Arial" panose="020B0604020202020204" pitchFamily="34" charset="0"/>
                  </a:rPr>
                  <a:t>, with pdf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151515"/>
                          </a:solidFill>
                          <a:latin typeface="Cambria Math" panose="02040503050406030204" pitchFamily="18" charset="0"/>
                          <a:ea typeface="Bitstream Charter"/>
                          <a:cs typeface="Arial" panose="020B0604020202020204" pitchFamily="34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151515"/>
                              </a:solidFill>
                              <a:latin typeface="Cambria Math" panose="02040503050406030204" pitchFamily="18" charset="0"/>
                              <a:ea typeface="Bitstream Charter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rgbClr val="151515"/>
                              </a:solidFill>
                              <a:latin typeface="Cambria Math" panose="02040503050406030204" pitchFamily="18" charset="0"/>
                              <a:ea typeface="Bitstream Charter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rgbClr val="151515"/>
                          </a:solidFill>
                          <a:latin typeface="Cambria Math" panose="02040503050406030204" pitchFamily="18" charset="0"/>
                          <a:ea typeface="Bitstream Charter"/>
                          <a:cs typeface="Arial" panose="020B0604020202020204" pitchFamily="34" charset="0"/>
                        </a:rPr>
                        <m:t>={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zh-CN" b="0" i="1" smtClean="0">
                              <a:solidFill>
                                <a:srgbClr val="15151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zh-CN" b="0" i="1" smtClean="0">
                                <a:solidFill>
                                  <a:srgbClr val="151515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1,</m:t>
                            </m:r>
                            <m:r>
                              <m:rPr>
                                <m:brk m:alnAt="7"/>
                              </m:rPr>
                              <a:rPr lang="zh-CN" altLang="en-US" b="0" i="1" smtClean="0">
                                <a:solidFill>
                                  <a:srgbClr val="151515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brk m:alnAt="7"/>
                              </m:rPr>
                              <a:rPr lang="en-US" altLang="zh-CN" b="0" i="1" smtClean="0">
                                <a:solidFill>
                                  <a:srgbClr val="151515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0</m:t>
                            </m:r>
                            <m:r>
                              <m:rPr>
                                <m:brk m:alnAt="7"/>
                              </m:rPr>
                              <a:rPr lang="zh-CN" altLang="en-US" b="0" i="1" smtClean="0">
                                <a:solidFill>
                                  <a:srgbClr val="151515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≤</m:t>
                            </m:r>
                            <m:r>
                              <m:rPr>
                                <m:brk m:alnAt="7"/>
                              </m:rPr>
                              <a:rPr lang="en-US" altLang="zh-CN" b="0" i="1" smtClean="0">
                                <a:solidFill>
                                  <a:srgbClr val="151515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solidFill>
                                  <a:srgbClr val="15151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≤1</m:t>
                            </m:r>
                          </m:e>
                        </m:mr>
                        <m:mr>
                          <m:e>
                            <m:r>
                              <a:rPr lang="en-US" altLang="zh-CN" b="0" i="1" smtClean="0">
                                <a:solidFill>
                                  <a:srgbClr val="151515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0,</m:t>
                            </m:r>
                            <m:r>
                              <a:rPr lang="zh-CN" altLang="en-US" b="0" i="1" smtClean="0">
                                <a:solidFill>
                                  <a:srgbClr val="151515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a:rPr lang="en-US" altLang="zh-CN" b="0" i="1" smtClean="0">
                                <a:solidFill>
                                  <a:srgbClr val="151515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𝑜𝑡h𝑒𝑟𝑤𝑖𝑠𝑒</m:t>
                            </m:r>
                          </m:e>
                        </m:mr>
                      </m:m>
                    </m:oMath>
                  </m:oMathPara>
                </a14:m>
                <a:endParaRPr lang="en-US" dirty="0">
                  <a:solidFill>
                    <a:srgbClr val="151515"/>
                  </a:solidFill>
                  <a:ea typeface="Bitstream Charter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151515"/>
                  </a:solidFill>
                  <a:ea typeface="Bitstream Charter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151515"/>
                    </a:solidFill>
                    <a:ea typeface="Bitstream Charter"/>
                    <a:cs typeface="Arial" panose="020B0604020202020204" pitchFamily="34" charset="0"/>
                  </a:rPr>
                  <a:t>The larger share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151515"/>
                        </a:solidFill>
                        <a:latin typeface="Cambria Math" panose="02040503050406030204" pitchFamily="18" charset="0"/>
                        <a:ea typeface="Bitstream Charter"/>
                        <a:cs typeface="Arial" panose="020B0604020202020204" pitchFamily="34" charset="0"/>
                      </a:rPr>
                      <m:t>𝑌</m:t>
                    </m:r>
                    <m:r>
                      <a:rPr lang="en-US" i="1" dirty="0" smtClean="0">
                        <a:solidFill>
                          <a:srgbClr val="151515"/>
                        </a:solidFill>
                        <a:latin typeface="Cambria Math" panose="02040503050406030204" pitchFamily="18" charset="0"/>
                        <a:ea typeface="Bitstream Charter"/>
                        <a:cs typeface="Arial" panose="020B060402020202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i="1" dirty="0" smtClean="0">
                        <a:solidFill>
                          <a:srgbClr val="151515"/>
                        </a:solidFill>
                        <a:latin typeface="Cambria Math" panose="02040503050406030204" pitchFamily="18" charset="0"/>
                        <a:ea typeface="Bitstream Charter"/>
                        <a:cs typeface="Arial" panose="020B0604020202020204" pitchFamily="34" charset="0"/>
                      </a:rPr>
                      <m:t>max</m:t>
                    </m:r>
                    <m:r>
                      <a:rPr lang="en-US" i="1" dirty="0" smtClean="0">
                        <a:solidFill>
                          <a:srgbClr val="151515"/>
                        </a:solidFill>
                        <a:latin typeface="Cambria Math" panose="02040503050406030204" pitchFamily="18" charset="0"/>
                        <a:ea typeface="Bitstream Charter"/>
                        <a:cs typeface="Arial" panose="020B0604020202020204" pitchFamily="34" charset="0"/>
                      </a:rPr>
                      <m:t>⁡(</m:t>
                    </m:r>
                    <m:r>
                      <a:rPr lang="en-US" i="1" dirty="0" smtClean="0">
                        <a:solidFill>
                          <a:srgbClr val="151515"/>
                        </a:solidFill>
                        <a:latin typeface="Cambria Math" panose="02040503050406030204" pitchFamily="18" charset="0"/>
                        <a:ea typeface="Bitstream Charter"/>
                        <a:cs typeface="Arial" panose="020B0604020202020204" pitchFamily="34" charset="0"/>
                      </a:rPr>
                      <m:t>𝑋</m:t>
                    </m:r>
                    <m:r>
                      <a:rPr lang="en-US" i="1" dirty="0" smtClean="0">
                        <a:solidFill>
                          <a:srgbClr val="151515"/>
                        </a:solidFill>
                        <a:latin typeface="Cambria Math" panose="02040503050406030204" pitchFamily="18" charset="0"/>
                        <a:ea typeface="Bitstream Charter"/>
                        <a:cs typeface="Arial" panose="020B0604020202020204" pitchFamily="34" charset="0"/>
                      </a:rPr>
                      <m:t>, 1 − </m:t>
                    </m:r>
                    <m:r>
                      <a:rPr lang="en-US" i="1" dirty="0" smtClean="0">
                        <a:solidFill>
                          <a:srgbClr val="151515"/>
                        </a:solidFill>
                        <a:latin typeface="Cambria Math" panose="02040503050406030204" pitchFamily="18" charset="0"/>
                        <a:ea typeface="Bitstream Charter"/>
                        <a:cs typeface="Arial" panose="020B0604020202020204" pitchFamily="34" charset="0"/>
                      </a:rPr>
                      <m:t>𝑋</m:t>
                    </m:r>
                    <m:r>
                      <a:rPr lang="en-US" i="1" dirty="0" smtClean="0">
                        <a:solidFill>
                          <a:srgbClr val="151515"/>
                        </a:solidFill>
                        <a:latin typeface="Cambria Math" panose="02040503050406030204" pitchFamily="18" charset="0"/>
                        <a:ea typeface="Bitstream Charter"/>
                        <a:cs typeface="Arial" panose="020B0604020202020204" pitchFamily="34" charset="0"/>
                      </a:rPr>
                      <m:t>).</m:t>
                    </m:r>
                  </m:oMath>
                </a14:m>
                <a:endParaRPr lang="en-US" dirty="0">
                  <a:solidFill>
                    <a:srgbClr val="151515"/>
                  </a:solidFill>
                  <a:ea typeface="Bitstream Charter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ea typeface="Bitstream Charter"/>
                    <a:cs typeface="Arial" panose="020B0604020202020204" pitchFamily="34" charset="0"/>
                  </a:rPr>
                  <a:t>What is the expected value of the larger share?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151515"/>
                  </a:solidFill>
                  <a:ea typeface="Bitstream Charter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151515"/>
                  </a:solidFill>
                  <a:ea typeface="Bitstream Charter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151515"/>
                  </a:solidFill>
                  <a:ea typeface="Bitstream Charter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D2AA1D-1A2D-DA5D-A663-AA163F9125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78072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90907-BAE5-4B35-D95C-565B5AC86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BB4A93-177D-3AA0-8805-6A8B7D4AC1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func>
                            <m:func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,1−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brk m:alnAt="23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brk m:alnAt="23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𝑥𝑑𝑥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BB4A93-177D-3AA0-8805-6A8B7D4AC1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38372" b="-43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11451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E6E0F-E2D0-57BF-801F-2D19C434E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Variance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Continuous</a:t>
            </a:r>
            <a:r>
              <a:rPr lang="zh-CN" altLang="en-US" dirty="0"/>
              <a:t> </a:t>
            </a:r>
            <a:r>
              <a:rPr lang="en-US" altLang="zh-CN" dirty="0"/>
              <a:t>RV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DDA791-98DA-56D4-5608-4A2E3760C7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variance of a continuous random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with pdf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and mean value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 is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Remark: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𝑎𝑋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DDA791-98DA-56D4-5608-4A2E3760C7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4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79030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A927F-D80E-9030-A159-733D0371B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6BFAE5-FAAD-CEDE-E5E5-35BACE5CD8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dirty="0"/>
                  <a:t>be the proportion of battery remaining on a student’s phone at the end of the day.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={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0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≤1</m:t>
                            </m:r>
                          </m:e>
                        </m:mr>
                        <m:m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𝑜𝑡h𝑒𝑟𝑤𝑖𝑠𝑒</m:t>
                            </m:r>
                          </m:e>
                        </m:mr>
                      </m:m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What is the variance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?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6BFAE5-FAAD-CEDE-E5E5-35BACE5CD8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r="-1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1449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4471</TotalTime>
  <Words>1468</Words>
  <Application>Microsoft Macintosh PowerPoint</Application>
  <PresentationFormat>Widescreen</PresentationFormat>
  <Paragraphs>166</Paragraphs>
  <Slides>33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Bitstream Charter</vt:lpstr>
      <vt:lpstr>Aptos</vt:lpstr>
      <vt:lpstr>Aptos Display</vt:lpstr>
      <vt:lpstr>Arial</vt:lpstr>
      <vt:lpstr>Cambria Math</vt:lpstr>
      <vt:lpstr>Symbol</vt:lpstr>
      <vt:lpstr>Office Theme</vt:lpstr>
      <vt:lpstr> Probability Distributions for Continuous Random Variables</vt:lpstr>
      <vt:lpstr>Continuous Random Variable</vt:lpstr>
      <vt:lpstr>Example: Water Depth</vt:lpstr>
      <vt:lpstr>Example</vt:lpstr>
      <vt:lpstr>Histogram</vt:lpstr>
      <vt:lpstr>Histogram Cont.</vt:lpstr>
      <vt:lpstr>Histogram Cont.</vt:lpstr>
      <vt:lpstr>Probability Distributions for Continuous Variables</vt:lpstr>
      <vt:lpstr>Probability Distributions for Continuous Variables</vt:lpstr>
      <vt:lpstr>Probability Distributions for Continuous Variables</vt:lpstr>
      <vt:lpstr>Property of PDF</vt:lpstr>
      <vt:lpstr>Example </vt:lpstr>
      <vt:lpstr>Example </vt:lpstr>
      <vt:lpstr>Example</vt:lpstr>
      <vt:lpstr>The Cumulative Distribution Function</vt:lpstr>
      <vt:lpstr>Example</vt:lpstr>
      <vt:lpstr>Example</vt:lpstr>
      <vt:lpstr>Example </vt:lpstr>
      <vt:lpstr>Using F (x) to Compute Probabilities</vt:lpstr>
      <vt:lpstr>Obtaining the PDF from CDF</vt:lpstr>
      <vt:lpstr>Example</vt:lpstr>
      <vt:lpstr>Percentiles of a Continuous Distribution</vt:lpstr>
      <vt:lpstr>Example</vt:lpstr>
      <vt:lpstr>Example</vt:lpstr>
      <vt:lpstr>Example</vt:lpstr>
      <vt:lpstr>Median</vt:lpstr>
      <vt:lpstr>Expectation of Continuous RV</vt:lpstr>
      <vt:lpstr>Example</vt:lpstr>
      <vt:lpstr>Expectation of Function of Continuous RV</vt:lpstr>
      <vt:lpstr>Example</vt:lpstr>
      <vt:lpstr>Example</vt:lpstr>
      <vt:lpstr>Variance of Continuous RV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Boran Gao</dc:creator>
  <cp:lastModifiedBy>Boran Gao</cp:lastModifiedBy>
  <cp:revision>2</cp:revision>
  <dcterms:created xsi:type="dcterms:W3CDTF">2026-08-11T15:28:05Z</dcterms:created>
  <dcterms:modified xsi:type="dcterms:W3CDTF">2026-09-24T02:50:14Z</dcterms:modified>
</cp:coreProperties>
</file>